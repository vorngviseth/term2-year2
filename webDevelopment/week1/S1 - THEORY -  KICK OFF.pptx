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566" r:id="rId2"/>
    <p:sldId id="257" r:id="rId3"/>
    <p:sldId id="346" r:id="rId4"/>
    <p:sldId id="258" r:id="rId5"/>
    <p:sldId id="567" r:id="rId6"/>
    <p:sldId id="572" r:id="rId7"/>
    <p:sldId id="261" r:id="rId8"/>
    <p:sldId id="343" r:id="rId9"/>
    <p:sldId id="267" r:id="rId10"/>
    <p:sldId id="270" r:id="rId11"/>
    <p:sldId id="294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jb/5zr903WoW5MuGCuoTAyADQz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0C2"/>
    <a:srgbClr val="E5393D"/>
    <a:srgbClr val="1185C8"/>
    <a:srgbClr val="5C51CB"/>
    <a:srgbClr val="19A800"/>
    <a:srgbClr val="FEDF0A"/>
    <a:srgbClr val="F51F05"/>
    <a:srgbClr val="FF66CC"/>
    <a:srgbClr val="1479BF"/>
    <a:srgbClr val="545C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FD5BF9-B0FD-450A-AA53-45F5F22D73EF}" v="206" dt="2026-01-11T06:52:06.498"/>
  </p1510:revLst>
</p1510:revInfo>
</file>

<file path=ppt/tableStyles.xml><?xml version="1.0" encoding="utf-8"?>
<a:tblStyleLst xmlns:a="http://schemas.openxmlformats.org/drawingml/2006/main" def="{2786A1FE-DB00-4422-989C-3E112FCFE871}">
  <a:tblStyle styleId="{2786A1FE-DB00-4422-989C-3E112FCFE8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46" Type="http://schemas.microsoft.com/office/2015/10/relationships/revisionInfo" Target="revisionInfo.xml"/><Relationship Id="rId2" Type="http://schemas.openxmlformats.org/officeDocument/2006/relationships/slide" Target="slides/slide1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0" Type="http://customschemas.google.com/relationships/presentationmetadata" Target="metadata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4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an Ogor" userId="473d6ea9-be06-4609-b78d-125cc115ecf4" providerId="ADAL" clId="{B561F487-D44B-4102-99BC-5E6CD2D241BF}"/>
    <pc:docChg chg="custSel addSld delSld modSld">
      <pc:chgData name="Ronan Ogor" userId="473d6ea9-be06-4609-b78d-125cc115ecf4" providerId="ADAL" clId="{B561F487-D44B-4102-99BC-5E6CD2D241BF}" dt="2026-01-11T13:02:46.470" v="693" actId="14100"/>
      <pc:docMkLst>
        <pc:docMk/>
      </pc:docMkLst>
      <pc:sldChg chg="modSp mod">
        <pc:chgData name="Ronan Ogor" userId="473d6ea9-be06-4609-b78d-125cc115ecf4" providerId="ADAL" clId="{B561F487-D44B-4102-99BC-5E6CD2D241BF}" dt="2026-01-11T06:35:59.755" v="169" actId="20577"/>
        <pc:sldMkLst>
          <pc:docMk/>
          <pc:sldMk cId="0" sldId="257"/>
        </pc:sldMkLst>
        <pc:spChg chg="mod">
          <ac:chgData name="Ronan Ogor" userId="473d6ea9-be06-4609-b78d-125cc115ecf4" providerId="ADAL" clId="{B561F487-D44B-4102-99BC-5E6CD2D241BF}" dt="2026-01-11T06:35:59.755" v="169" actId="20577"/>
          <ac:spMkLst>
            <pc:docMk/>
            <pc:sldMk cId="0" sldId="257"/>
            <ac:spMk id="6" creationId="{9D43AF2A-32D7-43A8-827E-2C1F002C00E7}"/>
          </ac:spMkLst>
        </pc:spChg>
      </pc:sldChg>
      <pc:sldChg chg="modSp mod">
        <pc:chgData name="Ronan Ogor" userId="473d6ea9-be06-4609-b78d-125cc115ecf4" providerId="ADAL" clId="{B561F487-D44B-4102-99BC-5E6CD2D241BF}" dt="2026-01-11T06:48:54.526" v="620" actId="207"/>
        <pc:sldMkLst>
          <pc:docMk/>
          <pc:sldMk cId="0" sldId="261"/>
        </pc:sldMkLst>
        <pc:graphicFrameChg chg="modGraphic">
          <ac:chgData name="Ronan Ogor" userId="473d6ea9-be06-4609-b78d-125cc115ecf4" providerId="ADAL" clId="{B561F487-D44B-4102-99BC-5E6CD2D241BF}" dt="2026-01-11T06:48:54.526" v="620" actId="207"/>
          <ac:graphicFrameMkLst>
            <pc:docMk/>
            <pc:sldMk cId="0" sldId="261"/>
            <ac:graphicFrameMk id="3" creationId="{7663C720-7726-4165-AC10-7ECB97B99844}"/>
          </ac:graphicFrameMkLst>
        </pc:graphicFrameChg>
      </pc:sldChg>
      <pc:sldChg chg="addSp delSp modSp mod">
        <pc:chgData name="Ronan Ogor" userId="473d6ea9-be06-4609-b78d-125cc115ecf4" providerId="ADAL" clId="{B561F487-D44B-4102-99BC-5E6CD2D241BF}" dt="2026-01-11T10:58:53.907" v="692" actId="1076"/>
        <pc:sldMkLst>
          <pc:docMk/>
          <pc:sldMk cId="0" sldId="270"/>
        </pc:sldMkLst>
        <pc:spChg chg="del">
          <ac:chgData name="Ronan Ogor" userId="473d6ea9-be06-4609-b78d-125cc115ecf4" providerId="ADAL" clId="{B561F487-D44B-4102-99BC-5E6CD2D241BF}" dt="2026-01-11T10:56:32.396" v="658" actId="478"/>
          <ac:spMkLst>
            <pc:docMk/>
            <pc:sldMk cId="0" sldId="270"/>
            <ac:spMk id="290" creationId="{00000000-0000-0000-0000-000000000000}"/>
          </ac:spMkLst>
        </pc:spChg>
        <pc:spChg chg="del">
          <ac:chgData name="Ronan Ogor" userId="473d6ea9-be06-4609-b78d-125cc115ecf4" providerId="ADAL" clId="{B561F487-D44B-4102-99BC-5E6CD2D241BF}" dt="2026-01-11T10:56:32.396" v="658" actId="478"/>
          <ac:spMkLst>
            <pc:docMk/>
            <pc:sldMk cId="0" sldId="270"/>
            <ac:spMk id="298" creationId="{00000000-0000-0000-0000-000000000000}"/>
          </ac:spMkLst>
        </pc:spChg>
        <pc:spChg chg="del">
          <ac:chgData name="Ronan Ogor" userId="473d6ea9-be06-4609-b78d-125cc115ecf4" providerId="ADAL" clId="{B561F487-D44B-4102-99BC-5E6CD2D241BF}" dt="2026-01-11T10:56:32.396" v="658" actId="478"/>
          <ac:spMkLst>
            <pc:docMk/>
            <pc:sldMk cId="0" sldId="270"/>
            <ac:spMk id="300" creationId="{00000000-0000-0000-0000-000000000000}"/>
          </ac:spMkLst>
        </pc:spChg>
        <pc:spChg chg="del">
          <ac:chgData name="Ronan Ogor" userId="473d6ea9-be06-4609-b78d-125cc115ecf4" providerId="ADAL" clId="{B561F487-D44B-4102-99BC-5E6CD2D241BF}" dt="2026-01-11T10:56:32.396" v="658" actId="478"/>
          <ac:spMkLst>
            <pc:docMk/>
            <pc:sldMk cId="0" sldId="270"/>
            <ac:spMk id="302" creationId="{00000000-0000-0000-0000-000000000000}"/>
          </ac:spMkLst>
        </pc:spChg>
        <pc:spChg chg="del">
          <ac:chgData name="Ronan Ogor" userId="473d6ea9-be06-4609-b78d-125cc115ecf4" providerId="ADAL" clId="{B561F487-D44B-4102-99BC-5E6CD2D241BF}" dt="2026-01-11T10:56:32.396" v="658" actId="478"/>
          <ac:spMkLst>
            <pc:docMk/>
            <pc:sldMk cId="0" sldId="270"/>
            <ac:spMk id="303" creationId="{00000000-0000-0000-0000-000000000000}"/>
          </ac:spMkLst>
        </pc:spChg>
        <pc:spChg chg="del">
          <ac:chgData name="Ronan Ogor" userId="473d6ea9-be06-4609-b78d-125cc115ecf4" providerId="ADAL" clId="{B561F487-D44B-4102-99BC-5E6CD2D241BF}" dt="2026-01-11T10:56:32.396" v="658" actId="478"/>
          <ac:spMkLst>
            <pc:docMk/>
            <pc:sldMk cId="0" sldId="270"/>
            <ac:spMk id="304" creationId="{00000000-0000-0000-0000-000000000000}"/>
          </ac:spMkLst>
        </pc:spChg>
        <pc:spChg chg="mod">
          <ac:chgData name="Ronan Ogor" userId="473d6ea9-be06-4609-b78d-125cc115ecf4" providerId="ADAL" clId="{B561F487-D44B-4102-99BC-5E6CD2D241BF}" dt="2026-01-11T06:49:10.502" v="622" actId="1076"/>
          <ac:spMkLst>
            <pc:docMk/>
            <pc:sldMk cId="0" sldId="270"/>
            <ac:spMk id="307" creationId="{00000000-0000-0000-0000-000000000000}"/>
          </ac:spMkLst>
        </pc:spChg>
        <pc:picChg chg="add mod">
          <ac:chgData name="Ronan Ogor" userId="473d6ea9-be06-4609-b78d-125cc115ecf4" providerId="ADAL" clId="{B561F487-D44B-4102-99BC-5E6CD2D241BF}" dt="2026-01-11T10:58:53.907" v="692" actId="1076"/>
          <ac:picMkLst>
            <pc:docMk/>
            <pc:sldMk cId="0" sldId="270"/>
            <ac:picMk id="3" creationId="{E0EF5E02-4FD3-9E90-117B-4CAB986F931D}"/>
          </ac:picMkLst>
        </pc:picChg>
        <pc:picChg chg="add del mod">
          <ac:chgData name="Ronan Ogor" userId="473d6ea9-be06-4609-b78d-125cc115ecf4" providerId="ADAL" clId="{B561F487-D44B-4102-99BC-5E6CD2D241BF}" dt="2026-01-11T10:57:21.540" v="668" actId="478"/>
          <ac:picMkLst>
            <pc:docMk/>
            <pc:sldMk cId="0" sldId="270"/>
            <ac:picMk id="5" creationId="{50C2BAEE-4D08-AAF5-D9E1-8069B29D7FA3}"/>
          </ac:picMkLst>
        </pc:picChg>
        <pc:picChg chg="add mod modCrop">
          <ac:chgData name="Ronan Ogor" userId="473d6ea9-be06-4609-b78d-125cc115ecf4" providerId="ADAL" clId="{B561F487-D44B-4102-99BC-5E6CD2D241BF}" dt="2026-01-11T10:58:53.907" v="692" actId="1076"/>
          <ac:picMkLst>
            <pc:docMk/>
            <pc:sldMk cId="0" sldId="270"/>
            <ac:picMk id="7" creationId="{4A4F6824-CFDB-5385-8A65-1EAE90FE0EE8}"/>
          </ac:picMkLst>
        </pc:picChg>
        <pc:picChg chg="add mod modCrop">
          <ac:chgData name="Ronan Ogor" userId="473d6ea9-be06-4609-b78d-125cc115ecf4" providerId="ADAL" clId="{B561F487-D44B-4102-99BC-5E6CD2D241BF}" dt="2026-01-11T10:58:53.907" v="692" actId="1076"/>
          <ac:picMkLst>
            <pc:docMk/>
            <pc:sldMk cId="0" sldId="270"/>
            <ac:picMk id="9" creationId="{6634ED9D-12EC-AB3A-9FE8-4FB323DE7AC2}"/>
          </ac:picMkLst>
        </pc:picChg>
        <pc:picChg chg="add mod modCrop">
          <ac:chgData name="Ronan Ogor" userId="473d6ea9-be06-4609-b78d-125cc115ecf4" providerId="ADAL" clId="{B561F487-D44B-4102-99BC-5E6CD2D241BF}" dt="2026-01-11T10:58:53.907" v="692" actId="1076"/>
          <ac:picMkLst>
            <pc:docMk/>
            <pc:sldMk cId="0" sldId="270"/>
            <ac:picMk id="11" creationId="{2093432F-9C05-8741-D85C-1A0E13905648}"/>
          </ac:picMkLst>
        </pc:picChg>
        <pc:picChg chg="add del mod">
          <ac:chgData name="Ronan Ogor" userId="473d6ea9-be06-4609-b78d-125cc115ecf4" providerId="ADAL" clId="{B561F487-D44B-4102-99BC-5E6CD2D241BF}" dt="2026-01-11T10:58:25.107" v="678" actId="478"/>
          <ac:picMkLst>
            <pc:docMk/>
            <pc:sldMk cId="0" sldId="270"/>
            <ac:picMk id="13" creationId="{DFA0D6D2-934C-96F1-203C-94CF6DFA4790}"/>
          </ac:picMkLst>
        </pc:picChg>
        <pc:picChg chg="del">
          <ac:chgData name="Ronan Ogor" userId="473d6ea9-be06-4609-b78d-125cc115ecf4" providerId="ADAL" clId="{B561F487-D44B-4102-99BC-5E6CD2D241BF}" dt="2026-01-11T10:56:32.396" v="658" actId="478"/>
          <ac:picMkLst>
            <pc:docMk/>
            <pc:sldMk cId="0" sldId="270"/>
            <ac:picMk id="291" creationId="{00000000-0000-0000-0000-000000000000}"/>
          </ac:picMkLst>
        </pc:picChg>
        <pc:picChg chg="del">
          <ac:chgData name="Ronan Ogor" userId="473d6ea9-be06-4609-b78d-125cc115ecf4" providerId="ADAL" clId="{B561F487-D44B-4102-99BC-5E6CD2D241BF}" dt="2026-01-11T10:56:32.396" v="658" actId="478"/>
          <ac:picMkLst>
            <pc:docMk/>
            <pc:sldMk cId="0" sldId="270"/>
            <ac:picMk id="293" creationId="{00000000-0000-0000-0000-000000000000}"/>
          </ac:picMkLst>
        </pc:picChg>
        <pc:picChg chg="del">
          <ac:chgData name="Ronan Ogor" userId="473d6ea9-be06-4609-b78d-125cc115ecf4" providerId="ADAL" clId="{B561F487-D44B-4102-99BC-5E6CD2D241BF}" dt="2026-01-11T10:56:32.396" v="658" actId="478"/>
          <ac:picMkLst>
            <pc:docMk/>
            <pc:sldMk cId="0" sldId="270"/>
            <ac:picMk id="299" creationId="{00000000-0000-0000-0000-000000000000}"/>
          </ac:picMkLst>
        </pc:picChg>
        <pc:picChg chg="del">
          <ac:chgData name="Ronan Ogor" userId="473d6ea9-be06-4609-b78d-125cc115ecf4" providerId="ADAL" clId="{B561F487-D44B-4102-99BC-5E6CD2D241BF}" dt="2026-01-11T10:56:32.396" v="658" actId="478"/>
          <ac:picMkLst>
            <pc:docMk/>
            <pc:sldMk cId="0" sldId="270"/>
            <ac:picMk id="301" creationId="{00000000-0000-0000-0000-000000000000}"/>
          </ac:picMkLst>
        </pc:picChg>
      </pc:sldChg>
      <pc:sldChg chg="del">
        <pc:chgData name="Ronan Ogor" userId="473d6ea9-be06-4609-b78d-125cc115ecf4" providerId="ADAL" clId="{B561F487-D44B-4102-99BC-5E6CD2D241BF}" dt="2026-01-11T06:49:24.641" v="623" actId="47"/>
        <pc:sldMkLst>
          <pc:docMk/>
          <pc:sldMk cId="3697335133" sldId="291"/>
        </pc:sldMkLst>
      </pc:sldChg>
      <pc:sldChg chg="modSp mod">
        <pc:chgData name="Ronan Ogor" userId="473d6ea9-be06-4609-b78d-125cc115ecf4" providerId="ADAL" clId="{B561F487-D44B-4102-99BC-5E6CD2D241BF}" dt="2026-01-11T06:52:06.498" v="657" actId="1076"/>
        <pc:sldMkLst>
          <pc:docMk/>
          <pc:sldMk cId="381353966" sldId="294"/>
        </pc:sldMkLst>
        <pc:spChg chg="mod">
          <ac:chgData name="Ronan Ogor" userId="473d6ea9-be06-4609-b78d-125cc115ecf4" providerId="ADAL" clId="{B561F487-D44B-4102-99BC-5E6CD2D241BF}" dt="2026-01-11T06:52:06.498" v="657" actId="1076"/>
          <ac:spMkLst>
            <pc:docMk/>
            <pc:sldMk cId="381353966" sldId="294"/>
            <ac:spMk id="2" creationId="{46AA968E-803C-41CB-84DE-C020829A543A}"/>
          </ac:spMkLst>
        </pc:spChg>
      </pc:sldChg>
      <pc:sldChg chg="delSp modSp mod">
        <pc:chgData name="Ronan Ogor" userId="473d6ea9-be06-4609-b78d-125cc115ecf4" providerId="ADAL" clId="{B561F487-D44B-4102-99BC-5E6CD2D241BF}" dt="2026-01-11T06:51:41.236" v="653" actId="1076"/>
        <pc:sldMkLst>
          <pc:docMk/>
          <pc:sldMk cId="2166324476" sldId="343"/>
        </pc:sldMkLst>
        <pc:spChg chg="del">
          <ac:chgData name="Ronan Ogor" userId="473d6ea9-be06-4609-b78d-125cc115ecf4" providerId="ADAL" clId="{B561F487-D44B-4102-99BC-5E6CD2D241BF}" dt="2026-01-11T06:51:11.483" v="643" actId="478"/>
          <ac:spMkLst>
            <pc:docMk/>
            <pc:sldMk cId="2166324476" sldId="343"/>
            <ac:spMk id="6" creationId="{E90EDC6D-F926-429C-AA36-118FA1FD7B5F}"/>
          </ac:spMkLst>
        </pc:spChg>
        <pc:spChg chg="del mod">
          <ac:chgData name="Ronan Ogor" userId="473d6ea9-be06-4609-b78d-125cc115ecf4" providerId="ADAL" clId="{B561F487-D44B-4102-99BC-5E6CD2D241BF}" dt="2026-01-11T06:50:50.949" v="635" actId="478"/>
          <ac:spMkLst>
            <pc:docMk/>
            <pc:sldMk cId="2166324476" sldId="343"/>
            <ac:spMk id="7" creationId="{9C54E202-BA8C-4D38-8CAF-34A8C26B237C}"/>
          </ac:spMkLst>
        </pc:spChg>
        <pc:spChg chg="mod">
          <ac:chgData name="Ronan Ogor" userId="473d6ea9-be06-4609-b78d-125cc115ecf4" providerId="ADAL" clId="{B561F487-D44B-4102-99BC-5E6CD2D241BF}" dt="2026-01-11T06:51:16.594" v="644"/>
          <ac:spMkLst>
            <pc:docMk/>
            <pc:sldMk cId="2166324476" sldId="343"/>
            <ac:spMk id="8" creationId="{C6C90CDE-30EB-405A-83C6-66E1B3A37E87}"/>
          </ac:spMkLst>
        </pc:spChg>
        <pc:spChg chg="mod">
          <ac:chgData name="Ronan Ogor" userId="473d6ea9-be06-4609-b78d-125cc115ecf4" providerId="ADAL" clId="{B561F487-D44B-4102-99BC-5E6CD2D241BF}" dt="2026-01-11T06:51:41.236" v="653" actId="1076"/>
          <ac:spMkLst>
            <pc:docMk/>
            <pc:sldMk cId="2166324476" sldId="343"/>
            <ac:spMk id="9" creationId="{4479075B-283B-47F7-A8AF-E837C5E85402}"/>
          </ac:spMkLst>
        </pc:spChg>
        <pc:spChg chg="mod">
          <ac:chgData name="Ronan Ogor" userId="473d6ea9-be06-4609-b78d-125cc115ecf4" providerId="ADAL" clId="{B561F487-D44B-4102-99BC-5E6CD2D241BF}" dt="2026-01-11T06:51:37.165" v="651" actId="1076"/>
          <ac:spMkLst>
            <pc:docMk/>
            <pc:sldMk cId="2166324476" sldId="343"/>
            <ac:spMk id="10" creationId="{7760C42A-A51C-4CA3-9EA8-8AD76F981C78}"/>
          </ac:spMkLst>
        </pc:spChg>
        <pc:spChg chg="mod">
          <ac:chgData name="Ronan Ogor" userId="473d6ea9-be06-4609-b78d-125cc115ecf4" providerId="ADAL" clId="{B561F487-D44B-4102-99BC-5E6CD2D241BF}" dt="2026-01-11T06:51:35.302" v="650" actId="1076"/>
          <ac:spMkLst>
            <pc:docMk/>
            <pc:sldMk cId="2166324476" sldId="343"/>
            <ac:spMk id="11" creationId="{A003C487-9F0E-4BAC-A2FD-D0CAF48A9B6B}"/>
          </ac:spMkLst>
        </pc:spChg>
        <pc:spChg chg="del mod">
          <ac:chgData name="Ronan Ogor" userId="473d6ea9-be06-4609-b78d-125cc115ecf4" providerId="ADAL" clId="{B561F487-D44B-4102-99BC-5E6CD2D241BF}" dt="2026-01-11T06:50:50.949" v="635" actId="478"/>
          <ac:spMkLst>
            <pc:docMk/>
            <pc:sldMk cId="2166324476" sldId="343"/>
            <ac:spMk id="12" creationId="{D0A51E46-8A79-471B-B067-B1F3C4EB51C1}"/>
          </ac:spMkLst>
        </pc:spChg>
        <pc:spChg chg="mod">
          <ac:chgData name="Ronan Ogor" userId="473d6ea9-be06-4609-b78d-125cc115ecf4" providerId="ADAL" clId="{B561F487-D44B-4102-99BC-5E6CD2D241BF}" dt="2026-01-11T06:51:27.131" v="648" actId="14100"/>
          <ac:spMkLst>
            <pc:docMk/>
            <pc:sldMk cId="2166324476" sldId="343"/>
            <ac:spMk id="20" creationId="{11439E18-92B8-43C9-8D50-93BE9980AA3F}"/>
          </ac:spMkLst>
        </pc:spChg>
        <pc:spChg chg="mod">
          <ac:chgData name="Ronan Ogor" userId="473d6ea9-be06-4609-b78d-125cc115ecf4" providerId="ADAL" clId="{B561F487-D44B-4102-99BC-5E6CD2D241BF}" dt="2026-01-11T06:51:23.282" v="646" actId="1076"/>
          <ac:spMkLst>
            <pc:docMk/>
            <pc:sldMk cId="2166324476" sldId="343"/>
            <ac:spMk id="22" creationId="{7F22D985-7C68-476C-A091-E86081D55372}"/>
          </ac:spMkLst>
        </pc:spChg>
        <pc:cxnChg chg="mod">
          <ac:chgData name="Ronan Ogor" userId="473d6ea9-be06-4609-b78d-125cc115ecf4" providerId="ADAL" clId="{B561F487-D44B-4102-99BC-5E6CD2D241BF}" dt="2026-01-11T06:51:20.357" v="645" actId="208"/>
          <ac:cxnSpMkLst>
            <pc:docMk/>
            <pc:sldMk cId="2166324476" sldId="343"/>
            <ac:cxnSpMk id="5" creationId="{5ECFB57D-6FB0-4E3B-A43A-D6ECEDF60E5A}"/>
          </ac:cxnSpMkLst>
        </pc:cxnChg>
        <pc:cxnChg chg="del mod">
          <ac:chgData name="Ronan Ogor" userId="473d6ea9-be06-4609-b78d-125cc115ecf4" providerId="ADAL" clId="{B561F487-D44B-4102-99BC-5E6CD2D241BF}" dt="2026-01-11T06:50:50.949" v="635" actId="478"/>
          <ac:cxnSpMkLst>
            <pc:docMk/>
            <pc:sldMk cId="2166324476" sldId="343"/>
            <ac:cxnSpMk id="14" creationId="{D2CD4A39-7AE2-4965-B9C5-08FC9B5DFEFF}"/>
          </ac:cxnSpMkLst>
        </pc:cxnChg>
      </pc:sldChg>
      <pc:sldChg chg="addSp delSp modSp mod modAnim">
        <pc:chgData name="Ronan Ogor" userId="473d6ea9-be06-4609-b78d-125cc115ecf4" providerId="ADAL" clId="{B561F487-D44B-4102-99BC-5E6CD2D241BF}" dt="2026-01-11T13:02:46.470" v="693" actId="14100"/>
        <pc:sldMkLst>
          <pc:docMk/>
          <pc:sldMk cId="2073619114" sldId="346"/>
        </pc:sldMkLst>
        <pc:spChg chg="mod">
          <ac:chgData name="Ronan Ogor" userId="473d6ea9-be06-4609-b78d-125cc115ecf4" providerId="ADAL" clId="{B561F487-D44B-4102-99BC-5E6CD2D241BF}" dt="2026-01-11T06:44:49.474" v="528" actId="1076"/>
          <ac:spMkLst>
            <pc:docMk/>
            <pc:sldMk cId="2073619114" sldId="346"/>
            <ac:spMk id="5" creationId="{958EF5C7-9519-4FBD-8A7A-9DC97B619B0C}"/>
          </ac:spMkLst>
        </pc:spChg>
        <pc:spChg chg="mod">
          <ac:chgData name="Ronan Ogor" userId="473d6ea9-be06-4609-b78d-125cc115ecf4" providerId="ADAL" clId="{B561F487-D44B-4102-99BC-5E6CD2D241BF}" dt="2026-01-11T06:44:49.474" v="528" actId="1076"/>
          <ac:spMkLst>
            <pc:docMk/>
            <pc:sldMk cId="2073619114" sldId="346"/>
            <ac:spMk id="7" creationId="{4AFCED2B-BBFF-4FF5-84ED-92D353B924E0}"/>
          </ac:spMkLst>
        </pc:spChg>
        <pc:spChg chg="del mod">
          <ac:chgData name="Ronan Ogor" userId="473d6ea9-be06-4609-b78d-125cc115ecf4" providerId="ADAL" clId="{B561F487-D44B-4102-99BC-5E6CD2D241BF}" dt="2026-01-11T06:41:00.220" v="339" actId="478"/>
          <ac:spMkLst>
            <pc:docMk/>
            <pc:sldMk cId="2073619114" sldId="346"/>
            <ac:spMk id="10" creationId="{52063989-A8EE-4E47-ACFA-CC69D9F8DA25}"/>
          </ac:spMkLst>
        </pc:spChg>
        <pc:spChg chg="mod">
          <ac:chgData name="Ronan Ogor" userId="473d6ea9-be06-4609-b78d-125cc115ecf4" providerId="ADAL" clId="{B561F487-D44B-4102-99BC-5E6CD2D241BF}" dt="2026-01-11T06:45:46.063" v="553" actId="113"/>
          <ac:spMkLst>
            <pc:docMk/>
            <pc:sldMk cId="2073619114" sldId="346"/>
            <ac:spMk id="12" creationId="{0C0CCD7C-E636-43C4-8AAB-E2F4F5D58D55}"/>
          </ac:spMkLst>
        </pc:spChg>
        <pc:spChg chg="add mod">
          <ac:chgData name="Ronan Ogor" userId="473d6ea9-be06-4609-b78d-125cc115ecf4" providerId="ADAL" clId="{B561F487-D44B-4102-99BC-5E6CD2D241BF}" dt="2026-01-11T06:44:49.474" v="528" actId="1076"/>
          <ac:spMkLst>
            <pc:docMk/>
            <pc:sldMk cId="2073619114" sldId="346"/>
            <ac:spMk id="18" creationId="{AAC60B16-B4BD-E705-06D9-5AB6DA1729F2}"/>
          </ac:spMkLst>
        </pc:spChg>
        <pc:spChg chg="add mod">
          <ac:chgData name="Ronan Ogor" userId="473d6ea9-be06-4609-b78d-125cc115ecf4" providerId="ADAL" clId="{B561F487-D44B-4102-99BC-5E6CD2D241BF}" dt="2026-01-11T06:44:49.474" v="528" actId="1076"/>
          <ac:spMkLst>
            <pc:docMk/>
            <pc:sldMk cId="2073619114" sldId="346"/>
            <ac:spMk id="24" creationId="{6B3D6F4C-D7A6-68BC-EB5A-7D8ED09E28D3}"/>
          </ac:spMkLst>
        </pc:spChg>
        <pc:graphicFrameChg chg="add mod">
          <ac:chgData name="Ronan Ogor" userId="473d6ea9-be06-4609-b78d-125cc115ecf4" providerId="ADAL" clId="{B561F487-D44B-4102-99BC-5E6CD2D241BF}" dt="2026-01-11T06:36:25.848" v="173"/>
          <ac:graphicFrameMkLst>
            <pc:docMk/>
            <pc:sldMk cId="2073619114" sldId="346"/>
            <ac:graphicFrameMk id="2" creationId="{8DEC1A67-18C7-FD0C-8453-590E30F51665}"/>
          </ac:graphicFrameMkLst>
        </pc:graphicFrameChg>
        <pc:graphicFrameChg chg="add mod modGraphic">
          <ac:chgData name="Ronan Ogor" userId="473d6ea9-be06-4609-b78d-125cc115ecf4" providerId="ADAL" clId="{B561F487-D44B-4102-99BC-5E6CD2D241BF}" dt="2026-01-11T13:02:46.470" v="693" actId="14100"/>
          <ac:graphicFrameMkLst>
            <pc:docMk/>
            <pc:sldMk cId="2073619114" sldId="346"/>
            <ac:graphicFrameMk id="3" creationId="{B5DFB6E1-3D20-71E6-D68D-86695206FB00}"/>
          </ac:graphicFrameMkLst>
        </pc:graphicFrameChg>
        <pc:picChg chg="del">
          <ac:chgData name="Ronan Ogor" userId="473d6ea9-be06-4609-b78d-125cc115ecf4" providerId="ADAL" clId="{B561F487-D44B-4102-99BC-5E6CD2D241BF}" dt="2026-01-11T06:36:12.210" v="172" actId="478"/>
          <ac:picMkLst>
            <pc:docMk/>
            <pc:sldMk cId="2073619114" sldId="346"/>
            <ac:picMk id="9" creationId="{C912C03E-FDF6-422C-9F25-C0AEB2611558}"/>
          </ac:picMkLst>
        </pc:picChg>
        <pc:cxnChg chg="add mod">
          <ac:chgData name="Ronan Ogor" userId="473d6ea9-be06-4609-b78d-125cc115ecf4" providerId="ADAL" clId="{B561F487-D44B-4102-99BC-5E6CD2D241BF}" dt="2026-01-11T06:41:19.237" v="346" actId="14100"/>
          <ac:cxnSpMkLst>
            <pc:docMk/>
            <pc:sldMk cId="2073619114" sldId="346"/>
            <ac:cxnSpMk id="6" creationId="{3A5CE4C6-2BBE-2A62-BC50-7F2B37BFE491}"/>
          </ac:cxnSpMkLst>
        </pc:cxnChg>
        <pc:cxnChg chg="add mod">
          <ac:chgData name="Ronan Ogor" userId="473d6ea9-be06-4609-b78d-125cc115ecf4" providerId="ADAL" clId="{B561F487-D44B-4102-99BC-5E6CD2D241BF}" dt="2026-01-11T06:40:53.755" v="338" actId="1076"/>
          <ac:cxnSpMkLst>
            <pc:docMk/>
            <pc:sldMk cId="2073619114" sldId="346"/>
            <ac:cxnSpMk id="8" creationId="{BA44B166-82F7-9DB7-C416-4EC9CE3F749B}"/>
          </ac:cxnSpMkLst>
        </pc:cxnChg>
        <pc:cxnChg chg="del">
          <ac:chgData name="Ronan Ogor" userId="473d6ea9-be06-4609-b78d-125cc115ecf4" providerId="ADAL" clId="{B561F487-D44B-4102-99BC-5E6CD2D241BF}" dt="2026-01-11T06:36:12.210" v="172" actId="478"/>
          <ac:cxnSpMkLst>
            <pc:docMk/>
            <pc:sldMk cId="2073619114" sldId="346"/>
            <ac:cxnSpMk id="11" creationId="{52A13F43-37E4-4476-913A-88DCB4F474C3}"/>
          </ac:cxnSpMkLst>
        </pc:cxnChg>
        <pc:cxnChg chg="del">
          <ac:chgData name="Ronan Ogor" userId="473d6ea9-be06-4609-b78d-125cc115ecf4" providerId="ADAL" clId="{B561F487-D44B-4102-99BC-5E6CD2D241BF}" dt="2026-01-11T06:36:12.210" v="172" actId="478"/>
          <ac:cxnSpMkLst>
            <pc:docMk/>
            <pc:sldMk cId="2073619114" sldId="346"/>
            <ac:cxnSpMk id="15" creationId="{AE8E4D8F-4B6C-4B41-B300-4427F2A12402}"/>
          </ac:cxnSpMkLst>
        </pc:cxnChg>
        <pc:cxnChg chg="add mod">
          <ac:chgData name="Ronan Ogor" userId="473d6ea9-be06-4609-b78d-125cc115ecf4" providerId="ADAL" clId="{B561F487-D44B-4102-99BC-5E6CD2D241BF}" dt="2026-01-11T06:41:52.318" v="412" actId="14100"/>
          <ac:cxnSpMkLst>
            <pc:docMk/>
            <pc:sldMk cId="2073619114" sldId="346"/>
            <ac:cxnSpMk id="19" creationId="{DE507BA4-8534-0EC7-1536-06ACD5CF7A97}"/>
          </ac:cxnSpMkLst>
        </pc:cxnChg>
        <pc:cxnChg chg="add mod">
          <ac:chgData name="Ronan Ogor" userId="473d6ea9-be06-4609-b78d-125cc115ecf4" providerId="ADAL" clId="{B561F487-D44B-4102-99BC-5E6CD2D241BF}" dt="2026-01-11T06:44:58.605" v="531" actId="14100"/>
          <ac:cxnSpMkLst>
            <pc:docMk/>
            <pc:sldMk cId="2073619114" sldId="346"/>
            <ac:cxnSpMk id="21" creationId="{2CD09913-4652-BD22-E222-B5543D342FE5}"/>
          </ac:cxnSpMkLst>
        </pc:cxnChg>
        <pc:cxnChg chg="add mod">
          <ac:chgData name="Ronan Ogor" userId="473d6ea9-be06-4609-b78d-125cc115ecf4" providerId="ADAL" clId="{B561F487-D44B-4102-99BC-5E6CD2D241BF}" dt="2026-01-11T06:44:56.005" v="530" actId="14100"/>
          <ac:cxnSpMkLst>
            <pc:docMk/>
            <pc:sldMk cId="2073619114" sldId="346"/>
            <ac:cxnSpMk id="25" creationId="{5EF134A9-6BA0-4DE9-FBCD-5BA71C73CF86}"/>
          </ac:cxnSpMkLst>
        </pc:cxnChg>
      </pc:sldChg>
      <pc:sldChg chg="del">
        <pc:chgData name="Ronan Ogor" userId="473d6ea9-be06-4609-b78d-125cc115ecf4" providerId="ADAL" clId="{B561F487-D44B-4102-99BC-5E6CD2D241BF}" dt="2026-01-11T06:49:24.641" v="623" actId="47"/>
        <pc:sldMkLst>
          <pc:docMk/>
          <pc:sldMk cId="2322379885" sldId="440"/>
        </pc:sldMkLst>
      </pc:sldChg>
      <pc:sldChg chg="modSp mod">
        <pc:chgData name="Ronan Ogor" userId="473d6ea9-be06-4609-b78d-125cc115ecf4" providerId="ADAL" clId="{B561F487-D44B-4102-99BC-5E6CD2D241BF}" dt="2026-01-11T06:47:48.807" v="602" actId="20577"/>
        <pc:sldMkLst>
          <pc:docMk/>
          <pc:sldMk cId="0" sldId="567"/>
        </pc:sldMkLst>
        <pc:spChg chg="mod">
          <ac:chgData name="Ronan Ogor" userId="473d6ea9-be06-4609-b78d-125cc115ecf4" providerId="ADAL" clId="{B561F487-D44B-4102-99BC-5E6CD2D241BF}" dt="2026-01-11T06:47:48.807" v="602" actId="20577"/>
          <ac:spMkLst>
            <pc:docMk/>
            <pc:sldMk cId="0" sldId="567"/>
            <ac:spMk id="135" creationId="{00000000-0000-0000-0000-000000000000}"/>
          </ac:spMkLst>
        </pc:spChg>
      </pc:sldChg>
      <pc:sldChg chg="del">
        <pc:chgData name="Ronan Ogor" userId="473d6ea9-be06-4609-b78d-125cc115ecf4" providerId="ADAL" clId="{B561F487-D44B-4102-99BC-5E6CD2D241BF}" dt="2026-01-11T06:49:24.641" v="623" actId="47"/>
        <pc:sldMkLst>
          <pc:docMk/>
          <pc:sldMk cId="341423412" sldId="569"/>
        </pc:sldMkLst>
      </pc:sldChg>
      <pc:sldChg chg="del">
        <pc:chgData name="Ronan Ogor" userId="473d6ea9-be06-4609-b78d-125cc115ecf4" providerId="ADAL" clId="{B561F487-D44B-4102-99BC-5E6CD2D241BF}" dt="2026-01-11T06:49:24.641" v="623" actId="47"/>
        <pc:sldMkLst>
          <pc:docMk/>
          <pc:sldMk cId="3406956840" sldId="570"/>
        </pc:sldMkLst>
      </pc:sldChg>
      <pc:sldChg chg="addSp delSp modSp mod">
        <pc:chgData name="Ronan Ogor" userId="473d6ea9-be06-4609-b78d-125cc115ecf4" providerId="ADAL" clId="{B561F487-D44B-4102-99BC-5E6CD2D241BF}" dt="2026-01-11T06:47:28.889" v="589" actId="20577"/>
        <pc:sldMkLst>
          <pc:docMk/>
          <pc:sldMk cId="2315554891" sldId="572"/>
        </pc:sldMkLst>
        <pc:graphicFrameChg chg="add mod modGraphic">
          <ac:chgData name="Ronan Ogor" userId="473d6ea9-be06-4609-b78d-125cc115ecf4" providerId="ADAL" clId="{B561F487-D44B-4102-99BC-5E6CD2D241BF}" dt="2026-01-11T06:47:28.889" v="589" actId="20577"/>
          <ac:graphicFrameMkLst>
            <pc:docMk/>
            <pc:sldMk cId="2315554891" sldId="572"/>
            <ac:graphicFrameMk id="2" creationId="{9CA365C2-50DA-7ACA-7226-C62F624C5E17}"/>
          </ac:graphicFrameMkLst>
        </pc:graphicFrameChg>
        <pc:graphicFrameChg chg="del">
          <ac:chgData name="Ronan Ogor" userId="473d6ea9-be06-4609-b78d-125cc115ecf4" providerId="ADAL" clId="{B561F487-D44B-4102-99BC-5E6CD2D241BF}" dt="2026-01-11T06:46:26.280" v="554" actId="478"/>
          <ac:graphicFrameMkLst>
            <pc:docMk/>
            <pc:sldMk cId="2315554891" sldId="572"/>
            <ac:graphicFrameMk id="8" creationId="{A4F24A94-D6AF-47F9-AD1D-2E263549F213}"/>
          </ac:graphicFrameMkLst>
        </pc:graphicFrameChg>
      </pc:sldChg>
      <pc:sldChg chg="new del">
        <pc:chgData name="Ronan Ogor" userId="473d6ea9-be06-4609-b78d-125cc115ecf4" providerId="ADAL" clId="{B561F487-D44B-4102-99BC-5E6CD2D241BF}" dt="2026-01-11T06:51:59.746" v="656" actId="47"/>
        <pc:sldMkLst>
          <pc:docMk/>
          <pc:sldMk cId="1681560084" sldId="573"/>
        </pc:sldMkLst>
      </pc:sldChg>
      <pc:sldChg chg="add del">
        <pc:chgData name="Ronan Ogor" userId="473d6ea9-be06-4609-b78d-125cc115ecf4" providerId="ADAL" clId="{B561F487-D44B-4102-99BC-5E6CD2D241BF}" dt="2026-01-11T06:51:59.746" v="656" actId="47"/>
        <pc:sldMkLst>
          <pc:docMk/>
          <pc:sldMk cId="2409413157" sldId="574"/>
        </pc:sldMkLst>
      </pc:sldChg>
      <pc:sldChg chg="del">
        <pc:chgData name="Ronan Ogor" userId="473d6ea9-be06-4609-b78d-125cc115ecf4" providerId="ADAL" clId="{B561F487-D44B-4102-99BC-5E6CD2D241BF}" dt="2026-01-11T06:49:24.641" v="623" actId="47"/>
        <pc:sldMkLst>
          <pc:docMk/>
          <pc:sldMk cId="744802457" sldId="575"/>
        </pc:sldMkLst>
      </pc:sldChg>
      <pc:sldChg chg="add del">
        <pc:chgData name="Ronan Ogor" userId="473d6ea9-be06-4609-b78d-125cc115ecf4" providerId="ADAL" clId="{B561F487-D44B-4102-99BC-5E6CD2D241BF}" dt="2026-01-11T06:51:59.746" v="656" actId="47"/>
        <pc:sldMkLst>
          <pc:docMk/>
          <pc:sldMk cId="2431299139" sldId="575"/>
        </pc:sldMkLst>
      </pc:sldChg>
      <pc:sldChg chg="del">
        <pc:chgData name="Ronan Ogor" userId="473d6ea9-be06-4609-b78d-125cc115ecf4" providerId="ADAL" clId="{B561F487-D44B-4102-99BC-5E6CD2D241BF}" dt="2026-01-11T06:49:24.641" v="623" actId="47"/>
        <pc:sldMkLst>
          <pc:docMk/>
          <pc:sldMk cId="1936597656" sldId="577"/>
        </pc:sldMkLst>
      </pc:sldChg>
      <pc:sldChg chg="del">
        <pc:chgData name="Ronan Ogor" userId="473d6ea9-be06-4609-b78d-125cc115ecf4" providerId="ADAL" clId="{B561F487-D44B-4102-99BC-5E6CD2D241BF}" dt="2026-01-11T06:49:24.641" v="623" actId="47"/>
        <pc:sldMkLst>
          <pc:docMk/>
          <pc:sldMk cId="3899196770" sldId="578"/>
        </pc:sldMkLst>
      </pc:sldChg>
      <pc:sldChg chg="del">
        <pc:chgData name="Ronan Ogor" userId="473d6ea9-be06-4609-b78d-125cc115ecf4" providerId="ADAL" clId="{B561F487-D44B-4102-99BC-5E6CD2D241BF}" dt="2026-01-11T06:49:24.641" v="623" actId="47"/>
        <pc:sldMkLst>
          <pc:docMk/>
          <pc:sldMk cId="1056407188" sldId="579"/>
        </pc:sldMkLst>
      </pc:sldChg>
      <pc:sldChg chg="del">
        <pc:chgData name="Ronan Ogor" userId="473d6ea9-be06-4609-b78d-125cc115ecf4" providerId="ADAL" clId="{B561F487-D44B-4102-99BC-5E6CD2D241BF}" dt="2026-01-11T06:49:24.641" v="623" actId="47"/>
        <pc:sldMkLst>
          <pc:docMk/>
          <pc:sldMk cId="1428468045" sldId="580"/>
        </pc:sldMkLst>
      </pc:sldChg>
      <pc:sldChg chg="del">
        <pc:chgData name="Ronan Ogor" userId="473d6ea9-be06-4609-b78d-125cc115ecf4" providerId="ADAL" clId="{B561F487-D44B-4102-99BC-5E6CD2D241BF}" dt="2026-01-11T06:49:24.641" v="623" actId="47"/>
        <pc:sldMkLst>
          <pc:docMk/>
          <pc:sldMk cId="1064586442" sldId="581"/>
        </pc:sldMkLst>
      </pc:sldChg>
      <pc:sldChg chg="del">
        <pc:chgData name="Ronan Ogor" userId="473d6ea9-be06-4609-b78d-125cc115ecf4" providerId="ADAL" clId="{B561F487-D44B-4102-99BC-5E6CD2D241BF}" dt="2026-01-11T06:49:24.641" v="623" actId="47"/>
        <pc:sldMkLst>
          <pc:docMk/>
          <pc:sldMk cId="1801428522" sldId="582"/>
        </pc:sldMkLst>
      </pc:sldChg>
      <pc:sldChg chg="del">
        <pc:chgData name="Ronan Ogor" userId="473d6ea9-be06-4609-b78d-125cc115ecf4" providerId="ADAL" clId="{B561F487-D44B-4102-99BC-5E6CD2D241BF}" dt="2026-01-11T06:49:24.641" v="623" actId="47"/>
        <pc:sldMkLst>
          <pc:docMk/>
          <pc:sldMk cId="3625249898" sldId="583"/>
        </pc:sldMkLst>
      </pc:sldChg>
      <pc:sldChg chg="del">
        <pc:chgData name="Ronan Ogor" userId="473d6ea9-be06-4609-b78d-125cc115ecf4" providerId="ADAL" clId="{B561F487-D44B-4102-99BC-5E6CD2D241BF}" dt="2026-01-11T06:49:24.641" v="623" actId="47"/>
        <pc:sldMkLst>
          <pc:docMk/>
          <pc:sldMk cId="3857677884" sldId="58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701993" y="4420315"/>
            <a:ext cx="5615940" cy="4187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50" tIns="93250" rIns="93250" bIns="932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3950" cy="3489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210929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33702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5880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3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3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4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hyperlink" Target="https://react-s11-ex2.vercel.app/" TargetMode="External"/><Relationship Id="rId5" Type="http://schemas.openxmlformats.org/officeDocument/2006/relationships/hyperlink" Target="https://react-s11-ex1.vercel.app/" TargetMode="External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hyperlink" Target="https://reactjs-game-practice.vercel.app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schools.com/react/react_usestate.asp" TargetMode="External"/><Relationship Id="rId3" Type="http://schemas.openxmlformats.org/officeDocument/2006/relationships/image" Target="../media/image17.png"/><Relationship Id="rId7" Type="http://schemas.openxmlformats.org/officeDocument/2006/relationships/hyperlink" Target="https://www.w3schools.com/js/default.asp" TargetMode="External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gurukultti.org/admin/notice/javascript.pdf" TargetMode="External"/><Relationship Id="rId11" Type="http://schemas.openxmlformats.org/officeDocument/2006/relationships/hyperlink" Target="https://www.udemy.com/course/react-the-complete-guide-incl-redux/learn/lecture/39648990?start=165#overview" TargetMode="External"/><Relationship Id="rId5" Type="http://schemas.openxmlformats.org/officeDocument/2006/relationships/hyperlink" Target="https://www.integral-domain.org/lwilliams/mis462/JavaScript.pdf" TargetMode="External"/><Relationship Id="rId10" Type="http://schemas.openxmlformats.org/officeDocument/2006/relationships/hyperlink" Target="https://www.youtube.com/watch?v=-DTUdOJv8w8&amp;list=PL0X6fGhFFNTe_vJIlAQQo0IEgPgk9er3g" TargetMode="External"/><Relationship Id="rId4" Type="http://schemas.openxmlformats.org/officeDocument/2006/relationships/hyperlink" Target="https://cstart.mines.edu/web/Day2/2-JavaScriptBasicSyntax.pdf" TargetMode="External"/><Relationship Id="rId9" Type="http://schemas.openxmlformats.org/officeDocument/2006/relationships/hyperlink" Target="https://react.dev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1546865" y="1247863"/>
            <a:ext cx="9098269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Open Sans"/>
              <a:buNone/>
            </a:pPr>
            <a:r>
              <a:rPr lang="en-US" sz="5400" b="1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WEEK 1 – </a:t>
            </a:r>
            <a:r>
              <a:rPr lang="en-US" sz="5400" b="1" i="0" u="none" strike="noStrike" cap="none">
                <a:solidFill>
                  <a:srgbClr val="F58C29"/>
                </a:solidFill>
                <a:latin typeface="Open Sans"/>
                <a:ea typeface="Open Sans"/>
                <a:cs typeface="Open Sans"/>
                <a:sym typeface="Open Sans"/>
              </a:rPr>
              <a:t>KICK OFF !</a:t>
            </a:r>
            <a:endParaRPr sz="1800" b="0" i="0" u="none" strike="noStrike" cap="none">
              <a:solidFill>
                <a:srgbClr val="F58C2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3241494" y="601573"/>
            <a:ext cx="580796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FRONT END DEVELOPMENT </a:t>
            </a:r>
          </a:p>
        </p:txBody>
      </p:sp>
      <p:cxnSp>
        <p:nvCxnSpPr>
          <p:cNvPr id="93" name="Google Shape;93;p1"/>
          <p:cNvCxnSpPr/>
          <p:nvPr/>
        </p:nvCxnSpPr>
        <p:spPr>
          <a:xfrm>
            <a:off x="1326732" y="1247863"/>
            <a:ext cx="9637486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C574D5CA-8FA1-45CA-99CB-E92DF91C7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7881" y="6143441"/>
            <a:ext cx="1156237" cy="604004"/>
          </a:xfrm>
          <a:prstGeom prst="rect">
            <a:avLst/>
          </a:prstGeom>
        </p:spPr>
      </p:pic>
      <p:pic>
        <p:nvPicPr>
          <p:cNvPr id="9" name="image2.jpg" descr="React js Vectors &amp; Illustrations for Free Download | Freepik">
            <a:extLst>
              <a:ext uri="{FF2B5EF4-FFF2-40B4-BE49-F238E27FC236}">
                <a16:creationId xmlns:a16="http://schemas.microsoft.com/office/drawing/2014/main" id="{3D29BC88-66A1-4637-800D-9D7302FF34FD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405345" y="2408507"/>
            <a:ext cx="3381310" cy="3381310"/>
          </a:xfrm>
          <a:prstGeom prst="rect">
            <a:avLst/>
          </a:prstGeom>
          <a:ln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0C2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/>
        </p:nvSpPr>
        <p:spPr>
          <a:xfrm>
            <a:off x="3485262" y="506899"/>
            <a:ext cx="5221475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KICK OFF OBJECTIVES</a:t>
            </a:r>
            <a:endParaRPr sz="4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3366" y="374657"/>
            <a:ext cx="801896" cy="801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59151" y="374657"/>
            <a:ext cx="801896" cy="80189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1;p2">
            <a:extLst>
              <a:ext uri="{FF2B5EF4-FFF2-40B4-BE49-F238E27FC236}">
                <a16:creationId xmlns:a16="http://schemas.microsoft.com/office/drawing/2014/main" id="{9D43AF2A-32D7-43A8-827E-2C1F002C00E7}"/>
              </a:ext>
            </a:extLst>
          </p:cNvPr>
          <p:cNvSpPr txBox="1"/>
          <p:nvPr/>
        </p:nvSpPr>
        <p:spPr>
          <a:xfrm>
            <a:off x="1056140" y="1841699"/>
            <a:ext cx="10069059" cy="34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US" sz="2400" b="1">
                <a:solidFill>
                  <a:srgbClr val="E539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Kick Off</a:t>
            </a:r>
            <a:endParaRPr lang="en-US" sz="2400">
              <a:solidFill>
                <a:srgbClr val="E5393D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24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you will be </a:t>
            </a:r>
            <a:r>
              <a:rPr lang="en-US" sz="24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able to do </a:t>
            </a:r>
            <a:r>
              <a:rPr lang="en-US" sz="24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 the end of this course ?</a:t>
            </a:r>
            <a:endParaRPr lang="en-US" sz="24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24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MoolBoran" panose="020B0100010101010101" pitchFamily="34" charset="0"/>
              </a:rPr>
              <a:t>Course agenda</a:t>
            </a:r>
            <a:r>
              <a:rPr lang="en-US" sz="2400">
                <a:effectLst/>
                <a:latin typeface="Calibri" panose="020F0502020204030204" pitchFamily="34" charset="0"/>
                <a:ea typeface="Calibri" panose="020F0502020204030204" pitchFamily="34" charset="0"/>
                <a:cs typeface="MoolBoran" panose="020B0100010101010101" pitchFamily="34" charset="0"/>
              </a:rPr>
              <a:t>, </a:t>
            </a:r>
            <a:r>
              <a:rPr lang="en-US" sz="24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MoolBoran" panose="020B0100010101010101" pitchFamily="34" charset="0"/>
              </a:rPr>
              <a:t>learning</a:t>
            </a:r>
            <a:r>
              <a:rPr lang="en-US" sz="2400">
                <a:effectLst/>
                <a:latin typeface="Calibri" panose="020F0502020204030204" pitchFamily="34" charset="0"/>
                <a:ea typeface="Calibri" panose="020F0502020204030204" pitchFamily="34" charset="0"/>
                <a:cs typeface="MoolBoran" panose="020B0100010101010101" pitchFamily="34" charset="0"/>
              </a:rPr>
              <a:t> objectives, </a:t>
            </a:r>
            <a:r>
              <a:rPr lang="en-US" sz="24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MoolBoran" panose="020B0100010101010101" pitchFamily="34" charset="0"/>
              </a:rPr>
              <a:t>evaluation</a:t>
            </a:r>
            <a:endParaRPr lang="en-US" sz="2400" b="1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0" algn="just">
              <a:lnSpc>
                <a:spcPct val="115000"/>
              </a:lnSpc>
            </a:pPr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>
              <a:lnSpc>
                <a:spcPct val="115000"/>
              </a:lnSpc>
            </a:pPr>
            <a:r>
              <a:rPr lang="en-US" sz="2400" b="1"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</a:t>
            </a:r>
            <a:endParaRPr lang="en-US" sz="2400">
              <a:solidFill>
                <a:srgbClr val="7030A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24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do you know so far about JS ?</a:t>
            </a:r>
            <a:r>
              <a:rPr lang="en-US" sz="240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QUIZ + SURVEY</a:t>
            </a: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functions to </a:t>
            </a:r>
            <a:r>
              <a:rPr lang="en-US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 a data </a:t>
            </a:r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its </a:t>
            </a:r>
            <a:r>
              <a:rPr lang="en-US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 representation</a:t>
            </a:r>
            <a:endParaRPr lang="en-US" sz="2400" b="1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endParaRPr lang="en-US" sz="24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8EF5C7-9519-4FBD-8A7A-9DC97B619B0C}"/>
              </a:ext>
            </a:extLst>
          </p:cNvPr>
          <p:cNvSpPr txBox="1"/>
          <p:nvPr/>
        </p:nvSpPr>
        <p:spPr>
          <a:xfrm>
            <a:off x="4126052" y="1318831"/>
            <a:ext cx="31314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will first  review    </a:t>
            </a:r>
            <a:r>
              <a:rPr lang="en-US" sz="1200" b="1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</a:t>
            </a:r>
            <a:r>
              <a:rPr lang="en-US" sz="1200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 Node JS packages usages</a:t>
            </a:r>
            <a:endParaRPr lang="en-US" sz="120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FCED2B-BBFF-4FF5-84ED-92D353B924E0}"/>
              </a:ext>
            </a:extLst>
          </p:cNvPr>
          <p:cNvSpPr txBox="1"/>
          <p:nvPr/>
        </p:nvSpPr>
        <p:spPr>
          <a:xfrm>
            <a:off x="8056936" y="1066572"/>
            <a:ext cx="37842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will then transition into </a:t>
            </a:r>
            <a:r>
              <a:rPr lang="en-US" sz="1200" b="1"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</a:t>
            </a:r>
            <a:endParaRPr lang="en-US" sz="1200" b="1">
              <a:solidFill>
                <a:srgbClr val="7030A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will develop skills in </a:t>
            </a:r>
            <a:r>
              <a:rPr lang="en-US" sz="1200" b="1"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building components</a:t>
            </a:r>
            <a:r>
              <a:rPr lang="en-US" sz="1200"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managing state, handling events,</a:t>
            </a:r>
            <a:endParaRPr lang="en-US" sz="1200">
              <a:solidFill>
                <a:srgbClr val="7030A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Google Shape;151;p5">
            <a:extLst>
              <a:ext uri="{FF2B5EF4-FFF2-40B4-BE49-F238E27FC236}">
                <a16:creationId xmlns:a16="http://schemas.microsoft.com/office/drawing/2014/main" id="{0C0CCD7C-E636-43C4-8AAB-E2F4F5D58D55}"/>
              </a:ext>
            </a:extLst>
          </p:cNvPr>
          <p:cNvSpPr txBox="1"/>
          <p:nvPr/>
        </p:nvSpPr>
        <p:spPr>
          <a:xfrm>
            <a:off x="3471862" y="196912"/>
            <a:ext cx="555317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600" i="0" u="none" strike="noStrike" cap="none">
                <a:solidFill>
                  <a:sysClr val="windowText" lastClr="000000"/>
                </a:solidFill>
                <a:latin typeface="Calibri"/>
                <a:ea typeface="Calibri"/>
                <a:cs typeface="Calibri"/>
                <a:sym typeface="Calibri"/>
              </a:rPr>
              <a:t>WEB DEV </a:t>
            </a:r>
            <a:r>
              <a:rPr lang="en-US" sz="3600" b="1" i="0" u="none" strike="noStrike" cap="none">
                <a:solidFill>
                  <a:sysClr val="windowText" lastClr="000000"/>
                </a:solidFill>
                <a:latin typeface="Calibri"/>
                <a:ea typeface="Calibri"/>
                <a:cs typeface="Calibri"/>
                <a:sym typeface="Calibri"/>
              </a:rPr>
              <a:t>CURRICULM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5DFB6E1-3D20-71E6-D68D-86695206FB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83576"/>
              </p:ext>
            </p:extLst>
          </p:nvPr>
        </p:nvGraphicFramePr>
        <p:xfrm>
          <a:off x="814387" y="2030294"/>
          <a:ext cx="10552113" cy="4433524"/>
        </p:xfrm>
        <a:graphic>
          <a:graphicData uri="http://schemas.openxmlformats.org/drawingml/2006/table">
            <a:tbl>
              <a:tblPr firstRow="1" firstCol="1" bandRow="1"/>
              <a:tblGrid>
                <a:gridCol w="1117761">
                  <a:extLst>
                    <a:ext uri="{9D8B030D-6E8A-4147-A177-3AD203B41FA5}">
                      <a16:colId xmlns:a16="http://schemas.microsoft.com/office/drawing/2014/main" val="2667866301"/>
                    </a:ext>
                  </a:extLst>
                </a:gridCol>
                <a:gridCol w="1831702">
                  <a:extLst>
                    <a:ext uri="{9D8B030D-6E8A-4147-A177-3AD203B41FA5}">
                      <a16:colId xmlns:a16="http://schemas.microsoft.com/office/drawing/2014/main" val="1094186671"/>
                    </a:ext>
                  </a:extLst>
                </a:gridCol>
                <a:gridCol w="4460832">
                  <a:extLst>
                    <a:ext uri="{9D8B030D-6E8A-4147-A177-3AD203B41FA5}">
                      <a16:colId xmlns:a16="http://schemas.microsoft.com/office/drawing/2014/main" val="3608906016"/>
                    </a:ext>
                  </a:extLst>
                </a:gridCol>
                <a:gridCol w="3141818">
                  <a:extLst>
                    <a:ext uri="{9D8B030D-6E8A-4147-A177-3AD203B41FA5}">
                      <a16:colId xmlns:a16="http://schemas.microsoft.com/office/drawing/2014/main" val="265973043"/>
                    </a:ext>
                  </a:extLst>
                </a:gridCol>
              </a:tblGrid>
              <a:tr h="354589">
                <a:tc>
                  <a:txBody>
                    <a:bodyPr/>
                    <a:lstStyle/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TERM 1 - DESIGN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TERM 2 - FRONT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CBF4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TERM 3 - BACK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793491"/>
                  </a:ext>
                </a:extLst>
              </a:tr>
              <a:tr h="354589">
                <a:tc>
                  <a:txBody>
                    <a:bodyPr/>
                    <a:lstStyle/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 01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UI Design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JS Basic revisions</a:t>
                      </a:r>
                      <a:endParaRPr lang="en-US" sz="1800">
                        <a:solidFill>
                          <a:srgbClr val="00B0F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Model To DOM</a:t>
                      </a:r>
                      <a:endParaRPr lang="en-US" sz="1800">
                        <a:solidFill>
                          <a:srgbClr val="00B0F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Node.js and Server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213384"/>
                  </a:ext>
                </a:extLst>
              </a:tr>
              <a:tr h="354589">
                <a:tc>
                  <a:txBody>
                    <a:bodyPr/>
                    <a:lstStyle/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 02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Html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Node Modules and Packages</a:t>
                      </a:r>
                      <a:endParaRPr lang="en-US" sz="1800">
                        <a:solidFill>
                          <a:srgbClr val="00B0F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JS ES5</a:t>
                      </a:r>
                      <a:endParaRPr lang="en-US" sz="1800">
                        <a:solidFill>
                          <a:srgbClr val="00B0F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Native HTTP Server &amp; Manual Routing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7172186"/>
                  </a:ext>
                </a:extLst>
              </a:tr>
              <a:tr h="354589">
                <a:tc>
                  <a:txBody>
                    <a:bodyPr/>
                    <a:lstStyle/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 03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CSS basics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0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Overview of React </a:t>
                      </a:r>
                      <a:endParaRPr lang="en-US" sz="180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Express Basics + POST + Middleware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2881451"/>
                  </a:ext>
                </a:extLst>
              </a:tr>
              <a:tr h="354589">
                <a:tc>
                  <a:txBody>
                    <a:bodyPr/>
                    <a:lstStyle/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 04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CSS Flex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0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JSX / Dynamic Data</a:t>
                      </a:r>
                      <a:endParaRPr lang="en-US" sz="180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0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React Components</a:t>
                      </a:r>
                      <a:endParaRPr lang="en-US" sz="180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000" b="1">
                          <a:solidFill>
                            <a:schemeClr val="accent2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REST API Design + Modular Express + Axios</a:t>
                      </a:r>
                      <a:endParaRPr lang="en-US" sz="1800" b="1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076360"/>
                  </a:ext>
                </a:extLst>
              </a:tr>
              <a:tr h="354589">
                <a:tc>
                  <a:txBody>
                    <a:bodyPr/>
                    <a:lstStyle/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 05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CSS Grid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0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Props</a:t>
                      </a:r>
                      <a:endParaRPr lang="en-US" sz="180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0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List Display</a:t>
                      </a:r>
                      <a:endParaRPr lang="en-US" sz="180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SQL with MySQL (Without ORM)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68618"/>
                  </a:ext>
                </a:extLst>
              </a:tr>
              <a:tr h="354589">
                <a:tc>
                  <a:txBody>
                    <a:bodyPr/>
                    <a:lstStyle/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 06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Responsiveness   + Form  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Revisions</a:t>
                      </a:r>
                      <a:endParaRPr lang="en-US" sz="180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Sequelize Basics: Models &amp; Relationships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6102723"/>
                  </a:ext>
                </a:extLst>
              </a:tr>
              <a:tr h="354589">
                <a:tc>
                  <a:txBody>
                    <a:bodyPr/>
                    <a:lstStyle/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 07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Web Design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0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Handle UI Events </a:t>
                      </a:r>
                      <a:endParaRPr lang="en-US" sz="180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0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Use states hook </a:t>
                      </a:r>
                      <a:endParaRPr lang="en-US" sz="180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Sequelize Routes Querying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121631"/>
                  </a:ext>
                </a:extLst>
              </a:tr>
              <a:tr h="887634">
                <a:tc>
                  <a:txBody>
                    <a:bodyPr/>
                    <a:lstStyle/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 08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Tailwind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0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Deeper on a state’s management  </a:t>
                      </a:r>
                      <a:endParaRPr lang="en-US" sz="180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0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Pass functions as value to props</a:t>
                      </a:r>
                      <a:endParaRPr lang="en-US" sz="180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Sequelize Migrations + Seeders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26078"/>
                  </a:ext>
                </a:extLst>
              </a:tr>
              <a:tr h="354589">
                <a:tc>
                  <a:txBody>
                    <a:bodyPr/>
                    <a:lstStyle/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 09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JS Syntax</a:t>
                      </a:r>
                      <a:endParaRPr lang="en-US" sz="1800">
                        <a:solidFill>
                          <a:srgbClr val="00B0F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000" b="1">
                          <a:solidFill>
                            <a:schemeClr val="accent2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JS Asynchronous JS</a:t>
                      </a:r>
                      <a:endParaRPr lang="en-US" sz="180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000" b="1">
                          <a:solidFill>
                            <a:schemeClr val="accent2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Axios - Effects</a:t>
                      </a:r>
                      <a:endParaRPr lang="en-US" sz="180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Sequelize Migrations + Seeders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1977585"/>
                  </a:ext>
                </a:extLst>
              </a:tr>
              <a:tr h="354589">
                <a:tc>
                  <a:txBody>
                    <a:bodyPr/>
                    <a:lstStyle/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GB" sz="1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 10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JS DOM Manipulation</a:t>
                      </a:r>
                      <a:endParaRPr lang="en-US" sz="1800">
                        <a:solidFill>
                          <a:srgbClr val="00B0F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  Bugs tacking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  Revisions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Full Auth Flow (JWT + React + Sequelize)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0668444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A5CE4C6-2BBE-2A62-BC50-7F2B37BFE491}"/>
              </a:ext>
            </a:extLst>
          </p:cNvPr>
          <p:cNvCxnSpPr>
            <a:cxnSpLocks/>
          </p:cNvCxnSpPr>
          <p:nvPr/>
        </p:nvCxnSpPr>
        <p:spPr>
          <a:xfrm flipH="1">
            <a:off x="5324475" y="1773119"/>
            <a:ext cx="372689" cy="770056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A44B166-82F7-9DB7-C416-4EC9CE3F749B}"/>
              </a:ext>
            </a:extLst>
          </p:cNvPr>
          <p:cNvCxnSpPr>
            <a:cxnSpLocks/>
          </p:cNvCxnSpPr>
          <p:nvPr/>
        </p:nvCxnSpPr>
        <p:spPr>
          <a:xfrm flipH="1">
            <a:off x="5857875" y="1628011"/>
            <a:ext cx="1857375" cy="2402533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AC60B16-B4BD-E705-06D9-5AB6DA1729F2}"/>
              </a:ext>
            </a:extLst>
          </p:cNvPr>
          <p:cNvSpPr txBox="1"/>
          <p:nvPr/>
        </p:nvSpPr>
        <p:spPr>
          <a:xfrm>
            <a:off x="428625" y="982460"/>
            <a:ext cx="31314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already know the basic of JS syntax and DOM manipulation</a:t>
            </a:r>
            <a:endParaRPr lang="en-US" sz="120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E507BA4-8534-0EC7-1536-06ACD5CF7A97}"/>
              </a:ext>
            </a:extLst>
          </p:cNvPr>
          <p:cNvCxnSpPr>
            <a:cxnSpLocks/>
          </p:cNvCxnSpPr>
          <p:nvPr/>
        </p:nvCxnSpPr>
        <p:spPr>
          <a:xfrm>
            <a:off x="1885950" y="1444125"/>
            <a:ext cx="1872782" cy="4487449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CD09913-4652-BD22-E222-B5543D342FE5}"/>
              </a:ext>
            </a:extLst>
          </p:cNvPr>
          <p:cNvCxnSpPr>
            <a:cxnSpLocks/>
          </p:cNvCxnSpPr>
          <p:nvPr/>
        </p:nvCxnSpPr>
        <p:spPr>
          <a:xfrm flipH="1" flipV="1">
            <a:off x="5395887" y="5864138"/>
            <a:ext cx="1104950" cy="418705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B3D6F4C-D7A6-68BC-EB5A-7D8ED09E28D3}"/>
              </a:ext>
            </a:extLst>
          </p:cNvPr>
          <p:cNvSpPr txBox="1"/>
          <p:nvPr/>
        </p:nvSpPr>
        <p:spPr>
          <a:xfrm>
            <a:off x="6500837" y="5874721"/>
            <a:ext cx="25669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Finally, we will learn asynchronous</a:t>
            </a:r>
          </a:p>
          <a:p>
            <a:r>
              <a:rPr lang="en-US" sz="120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Apis data fetching</a:t>
            </a:r>
          </a:p>
          <a:p>
            <a:r>
              <a:rPr lang="en-US" sz="120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be ready for term 3..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EF134A9-6BA0-4DE9-FBCD-5BA71C73CF86}"/>
              </a:ext>
            </a:extLst>
          </p:cNvPr>
          <p:cNvCxnSpPr>
            <a:cxnSpLocks/>
          </p:cNvCxnSpPr>
          <p:nvPr/>
        </p:nvCxnSpPr>
        <p:spPr>
          <a:xfrm flipV="1">
            <a:off x="7784318" y="3624673"/>
            <a:ext cx="1283482" cy="230690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3619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8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241399">
            <a:off x="9378424" y="5054757"/>
            <a:ext cx="2208602" cy="1406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68767">
            <a:off x="747798" y="1838158"/>
            <a:ext cx="2064058" cy="1559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3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827236">
            <a:off x="4485487" y="2569089"/>
            <a:ext cx="3190846" cy="2533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888125">
            <a:off x="6966730" y="4292219"/>
            <a:ext cx="2606430" cy="2308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-1218035">
            <a:off x="983891" y="3819266"/>
            <a:ext cx="2649336" cy="1965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>
            <a:hlinkClick r:id="rId9"/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 rot="-1033283">
            <a:off x="7918952" y="1907079"/>
            <a:ext cx="2731536" cy="2547595"/>
          </a:xfrm>
          <a:prstGeom prst="rect">
            <a:avLst/>
          </a:prstGeom>
          <a:solidFill>
            <a:srgbClr val="ECECEC"/>
          </a:solidFill>
          <a:ln w="19050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0000" algn="tl" rotWithShape="0">
              <a:srgbClr val="000000">
                <a:alpha val="40784"/>
              </a:srgbClr>
            </a:outerShdw>
          </a:effectLst>
        </p:spPr>
      </p:pic>
      <p:pic>
        <p:nvPicPr>
          <p:cNvPr id="112" name="Google Shape;112;p3">
            <a:hlinkClick r:id="rId11"/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 rot="-954451">
            <a:off x="2579059" y="2180107"/>
            <a:ext cx="2166439" cy="2276530"/>
          </a:xfrm>
          <a:prstGeom prst="rect">
            <a:avLst/>
          </a:prstGeom>
          <a:solidFill>
            <a:srgbClr val="ECECEC"/>
          </a:solidFill>
          <a:ln w="19050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0000" algn="tl" rotWithShape="0">
              <a:srgbClr val="000000">
                <a:alpha val="40784"/>
              </a:srgbClr>
            </a:outerShdw>
          </a:effectLst>
        </p:spPr>
      </p:pic>
      <p:sp>
        <p:nvSpPr>
          <p:cNvPr id="113" name="Google Shape;113;p3"/>
          <p:cNvSpPr txBox="1"/>
          <p:nvPr/>
        </p:nvSpPr>
        <p:spPr>
          <a:xfrm>
            <a:off x="2503506" y="335838"/>
            <a:ext cx="7184988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 YOU WILL BE ABLE TO DO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 the end of this course</a:t>
            </a:r>
            <a:endParaRPr sz="2800" i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3"/>
          <p:cNvCxnSpPr/>
          <p:nvPr/>
        </p:nvCxnSpPr>
        <p:spPr>
          <a:xfrm flipH="1">
            <a:off x="9785045" y="812871"/>
            <a:ext cx="831900" cy="515100"/>
          </a:xfrm>
          <a:prstGeom prst="curvedConnector2">
            <a:avLst/>
          </a:prstGeom>
          <a:noFill/>
          <a:ln w="76200" cap="flat" cmpd="sng">
            <a:solidFill>
              <a:schemeClr val="l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5" name="Google Shape;115;p3"/>
          <p:cNvSpPr txBox="1"/>
          <p:nvPr/>
        </p:nvSpPr>
        <p:spPr>
          <a:xfrm rot="-802786">
            <a:off x="10589600" y="396366"/>
            <a:ext cx="142010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Click to try !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4"/>
          <p:cNvGrpSpPr/>
          <p:nvPr/>
        </p:nvGrpSpPr>
        <p:grpSpPr>
          <a:xfrm>
            <a:off x="-1" y="1574038"/>
            <a:ext cx="9814147" cy="1734511"/>
            <a:chOff x="0" y="5143799"/>
            <a:chExt cx="9814147" cy="1734511"/>
          </a:xfrm>
        </p:grpSpPr>
        <p:sp>
          <p:nvSpPr>
            <p:cNvPr id="121" name="Google Shape;121;p4"/>
            <p:cNvSpPr/>
            <p:nvPr/>
          </p:nvSpPr>
          <p:spPr>
            <a:xfrm>
              <a:off x="1096270" y="5143799"/>
              <a:ext cx="4231690" cy="744006"/>
            </a:xfrm>
            <a:prstGeom prst="roundRect">
              <a:avLst>
                <a:gd name="adj" fmla="val 16667"/>
              </a:avLst>
            </a:prstGeom>
            <a:solidFill>
              <a:srgbClr val="FFBE18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JS Syntax</a:t>
              </a:r>
              <a:endParaRPr/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0" y="5143799"/>
              <a:ext cx="579720" cy="1734511"/>
            </a:xfrm>
            <a:prstGeom prst="rect">
              <a:avLst/>
            </a:prstGeom>
            <a:solidFill>
              <a:srgbClr val="FFBE18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4"/>
            <p:cNvSpPr txBox="1"/>
            <p:nvPr/>
          </p:nvSpPr>
          <p:spPr>
            <a:xfrm rot="16200000">
              <a:off x="-532542" y="5842009"/>
              <a:ext cx="1703311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12110C"/>
                  </a:solidFill>
                  <a:latin typeface="Calibri"/>
                  <a:ea typeface="Calibri"/>
                  <a:cs typeface="Calibri"/>
                  <a:sym typeface="Calibri"/>
                </a:rPr>
                <a:t>JAVASCRIPT</a:t>
              </a:r>
              <a:endParaRPr/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5582456" y="5143799"/>
              <a:ext cx="4231691" cy="744006"/>
            </a:xfrm>
            <a:prstGeom prst="roundRect">
              <a:avLst>
                <a:gd name="adj" fmla="val 16667"/>
              </a:avLst>
            </a:prstGeom>
            <a:solidFill>
              <a:srgbClr val="FFBE18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Arrays &amp; Objects</a:t>
              </a:r>
              <a:endParaRPr/>
            </a:p>
          </p:txBody>
        </p:sp>
        <p:sp>
          <p:nvSpPr>
            <p:cNvPr id="28" name="Google Shape;124;p4">
              <a:extLst>
                <a:ext uri="{FF2B5EF4-FFF2-40B4-BE49-F238E27FC236}">
                  <a16:creationId xmlns:a16="http://schemas.microsoft.com/office/drawing/2014/main" id="{9D463833-5B4A-4C44-AF4F-49A643114D1F}"/>
                </a:ext>
              </a:extLst>
            </p:cNvPr>
            <p:cNvSpPr/>
            <p:nvPr/>
          </p:nvSpPr>
          <p:spPr>
            <a:xfrm>
              <a:off x="1096269" y="6035141"/>
              <a:ext cx="4231691" cy="744006"/>
            </a:xfrm>
            <a:prstGeom prst="roundRect">
              <a:avLst>
                <a:gd name="adj" fmla="val 16667"/>
              </a:avLst>
            </a:prstGeom>
            <a:solidFill>
              <a:srgbClr val="FFBE18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DOM Tree &amp; UI Events</a:t>
              </a:r>
              <a:endParaRPr/>
            </a:p>
          </p:txBody>
        </p:sp>
        <p:sp>
          <p:nvSpPr>
            <p:cNvPr id="29" name="Google Shape;124;p4">
              <a:extLst>
                <a:ext uri="{FF2B5EF4-FFF2-40B4-BE49-F238E27FC236}">
                  <a16:creationId xmlns:a16="http://schemas.microsoft.com/office/drawing/2014/main" id="{6338BAEA-DA6B-4ECD-B2D2-DA76187102A2}"/>
                </a:ext>
              </a:extLst>
            </p:cNvPr>
            <p:cNvSpPr/>
            <p:nvPr/>
          </p:nvSpPr>
          <p:spPr>
            <a:xfrm>
              <a:off x="5582456" y="6034042"/>
              <a:ext cx="4231691" cy="744006"/>
            </a:xfrm>
            <a:prstGeom prst="roundRect">
              <a:avLst>
                <a:gd name="adj" fmla="val 16667"/>
              </a:avLst>
            </a:prstGeom>
            <a:solidFill>
              <a:srgbClr val="FFBE18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Node &amp; NPM</a:t>
              </a:r>
              <a:endParaRPr/>
            </a:p>
          </p:txBody>
        </p:sp>
      </p:grpSp>
      <p:grpSp>
        <p:nvGrpSpPr>
          <p:cNvPr id="125" name="Google Shape;125;p4"/>
          <p:cNvGrpSpPr/>
          <p:nvPr/>
        </p:nvGrpSpPr>
        <p:grpSpPr>
          <a:xfrm>
            <a:off x="0" y="4223293"/>
            <a:ext cx="9814146" cy="1993730"/>
            <a:chOff x="0" y="2581363"/>
            <a:chExt cx="9814146" cy="1993730"/>
          </a:xfrm>
        </p:grpSpPr>
        <p:sp>
          <p:nvSpPr>
            <p:cNvPr id="126" name="Google Shape;126;p4"/>
            <p:cNvSpPr/>
            <p:nvPr/>
          </p:nvSpPr>
          <p:spPr>
            <a:xfrm>
              <a:off x="1096270" y="2682995"/>
              <a:ext cx="1988597" cy="744006"/>
            </a:xfrm>
            <a:prstGeom prst="roundRect">
              <a:avLst>
                <a:gd name="adj" fmla="val 16667"/>
              </a:avLst>
            </a:prstGeom>
            <a:solidFill>
              <a:srgbClr val="7331FF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JSX</a:t>
              </a: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1096269" y="3560137"/>
              <a:ext cx="1988597" cy="744006"/>
            </a:xfrm>
            <a:prstGeom prst="roundRect">
              <a:avLst>
                <a:gd name="adj" fmla="val 16667"/>
              </a:avLst>
            </a:prstGeom>
            <a:solidFill>
              <a:srgbClr val="7331FF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Dynamic Data</a:t>
              </a: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3339363" y="3560137"/>
              <a:ext cx="1988597" cy="744006"/>
            </a:xfrm>
            <a:prstGeom prst="roundRect">
              <a:avLst>
                <a:gd name="adj" fmla="val 16667"/>
              </a:avLst>
            </a:prstGeom>
            <a:solidFill>
              <a:srgbClr val="7331FF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Props</a:t>
              </a: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5582455" y="2607542"/>
              <a:ext cx="1988597" cy="744006"/>
            </a:xfrm>
            <a:prstGeom prst="roundRect">
              <a:avLst>
                <a:gd name="adj" fmla="val 16667"/>
              </a:avLst>
            </a:prstGeom>
            <a:solidFill>
              <a:srgbClr val="7331FF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Events</a:t>
              </a:r>
              <a:endParaRPr/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5582456" y="3554815"/>
              <a:ext cx="1988597" cy="744006"/>
            </a:xfrm>
            <a:prstGeom prst="roundRect">
              <a:avLst>
                <a:gd name="adj" fmla="val 16667"/>
              </a:avLst>
            </a:prstGeom>
            <a:solidFill>
              <a:srgbClr val="7331FF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States</a:t>
              </a:r>
              <a:endParaRPr/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3339363" y="2668795"/>
              <a:ext cx="1988597" cy="744006"/>
            </a:xfrm>
            <a:prstGeom prst="roundRect">
              <a:avLst>
                <a:gd name="adj" fmla="val 16667"/>
              </a:avLst>
            </a:prstGeom>
            <a:solidFill>
              <a:srgbClr val="7331FF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Components</a:t>
              </a: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0" y="2657515"/>
              <a:ext cx="579720" cy="1917578"/>
            </a:xfrm>
            <a:prstGeom prst="rect">
              <a:avLst/>
            </a:prstGeom>
            <a:solidFill>
              <a:srgbClr val="7331FF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4"/>
            <p:cNvSpPr txBox="1"/>
            <p:nvPr/>
          </p:nvSpPr>
          <p:spPr>
            <a:xfrm rot="-5400000">
              <a:off x="-374701" y="3489812"/>
              <a:ext cx="12403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REACT JS</a:t>
              </a: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7825549" y="3547237"/>
              <a:ext cx="1988597" cy="744006"/>
            </a:xfrm>
            <a:prstGeom prst="roundRect">
              <a:avLst>
                <a:gd name="adj" fmla="val 16667"/>
              </a:avLst>
            </a:prstGeom>
            <a:solidFill>
              <a:srgbClr val="7331FF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Styling</a:t>
              </a:r>
              <a:endParaRPr/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7825549" y="2581363"/>
              <a:ext cx="1988597" cy="744006"/>
            </a:xfrm>
            <a:prstGeom prst="roundRect">
              <a:avLst>
                <a:gd name="adj" fmla="val 16667"/>
              </a:avLst>
            </a:prstGeom>
            <a:solidFill>
              <a:srgbClr val="7331FF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Fetching data</a:t>
              </a:r>
              <a:endParaRPr/>
            </a:p>
          </p:txBody>
        </p:sp>
      </p:grpSp>
      <p:sp>
        <p:nvSpPr>
          <p:cNvPr id="145" name="Google Shape;145;p4"/>
          <p:cNvSpPr txBox="1"/>
          <p:nvPr/>
        </p:nvSpPr>
        <p:spPr>
          <a:xfrm>
            <a:off x="2554942" y="265168"/>
            <a:ext cx="759310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COURSE MODULES - </a:t>
            </a:r>
            <a:r>
              <a:rPr lang="en-US" sz="3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"/>
          <p:cNvSpPr txBox="1"/>
          <p:nvPr/>
        </p:nvSpPr>
        <p:spPr>
          <a:xfrm rot="16200000">
            <a:off x="-2231540" y="2849088"/>
            <a:ext cx="5553176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COURSE </a:t>
            </a:r>
            <a:r>
              <a:rPr lang="en-US" sz="4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lang="en-US" sz="4400" b="0" i="0" u="none" strike="noStrike" cap="non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656B20F-AB2C-4416-97EC-269EC7D60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A365C2-50DA-7ACA-7226-C62F624C5E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157350"/>
              </p:ext>
            </p:extLst>
          </p:nvPr>
        </p:nvGraphicFramePr>
        <p:xfrm>
          <a:off x="1266826" y="228600"/>
          <a:ext cx="10764828" cy="6506836"/>
        </p:xfrm>
        <a:graphic>
          <a:graphicData uri="http://schemas.openxmlformats.org/drawingml/2006/table">
            <a:tbl>
              <a:tblPr firstRow="1" firstCol="1" bandRow="1"/>
              <a:tblGrid>
                <a:gridCol w="758689">
                  <a:extLst>
                    <a:ext uri="{9D8B030D-6E8A-4147-A177-3AD203B41FA5}">
                      <a16:colId xmlns:a16="http://schemas.microsoft.com/office/drawing/2014/main" val="1906384432"/>
                    </a:ext>
                  </a:extLst>
                </a:gridCol>
                <a:gridCol w="1051060">
                  <a:extLst>
                    <a:ext uri="{9D8B030D-6E8A-4147-A177-3AD203B41FA5}">
                      <a16:colId xmlns:a16="http://schemas.microsoft.com/office/drawing/2014/main" val="2886984050"/>
                    </a:ext>
                  </a:extLst>
                </a:gridCol>
                <a:gridCol w="4414703">
                  <a:extLst>
                    <a:ext uri="{9D8B030D-6E8A-4147-A177-3AD203B41FA5}">
                      <a16:colId xmlns:a16="http://schemas.microsoft.com/office/drawing/2014/main" val="3736698353"/>
                    </a:ext>
                  </a:extLst>
                </a:gridCol>
                <a:gridCol w="2420323">
                  <a:extLst>
                    <a:ext uri="{9D8B030D-6E8A-4147-A177-3AD203B41FA5}">
                      <a16:colId xmlns:a16="http://schemas.microsoft.com/office/drawing/2014/main" val="3667970660"/>
                    </a:ext>
                  </a:extLst>
                </a:gridCol>
                <a:gridCol w="2120053">
                  <a:extLst>
                    <a:ext uri="{9D8B030D-6E8A-4147-A177-3AD203B41FA5}">
                      <a16:colId xmlns:a16="http://schemas.microsoft.com/office/drawing/2014/main" val="1608261558"/>
                    </a:ext>
                  </a:extLst>
                </a:gridCol>
              </a:tblGrid>
              <a:tr h="261070"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DATE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LEARNING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EXAM / QUIZ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PROJECT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184033"/>
                  </a:ext>
                </a:extLst>
              </a:tr>
              <a:tr h="479822"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 01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JAN 12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JS Basic revisions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Model To DOM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GB" sz="12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GB" sz="12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JS QUIZ APP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57256"/>
                  </a:ext>
                </a:extLst>
              </a:tr>
              <a:tr h="479822"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 02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JAN 19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Node Modules and Packages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JS ES5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JS QUIZ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119542"/>
                  </a:ext>
                </a:extLst>
              </a:tr>
              <a:tr h="479822"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 03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JAN 26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Overview of React </a:t>
                      </a:r>
                      <a:br>
                        <a:rPr lang="en-GB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    An overview of React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GB" sz="12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546659"/>
                  </a:ext>
                </a:extLst>
              </a:tr>
              <a:tr h="528521"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 04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FEB 02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JSX</a:t>
                      </a:r>
                      <a:br>
                        <a:rPr lang="en-GB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     Dynamic Data</a:t>
                      </a:r>
                      <a:br>
                        <a:rPr lang="en-GB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    React Components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GB" sz="12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022854"/>
                  </a:ext>
                </a:extLst>
              </a:tr>
              <a:tr h="479822"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 05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FEB 09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Props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List Display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REACT QUIZ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60250"/>
                  </a:ext>
                </a:extLst>
              </a:tr>
              <a:tr h="479822"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 06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FEB 16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Revisions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GB" sz="12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371968"/>
                  </a:ext>
                </a:extLst>
              </a:tr>
              <a:tr h="479822"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 07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FEB 23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Handle UI Events </a:t>
                      </a:r>
                      <a:br>
                        <a:rPr lang="en-GB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     Use states hook 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MID TERM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892938"/>
                  </a:ext>
                </a:extLst>
              </a:tr>
              <a:tr h="708210"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 08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MAR 02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Going deeper on a state’s management  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React lifecycle 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Pass functions as value to props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GB" sz="12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PROPOSAL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0148"/>
                  </a:ext>
                </a:extLst>
              </a:tr>
              <a:tr h="479822"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 09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MAR 09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JS Asynchronous JS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Axios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GB" sz="12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9883648"/>
                  </a:ext>
                </a:extLst>
              </a:tr>
              <a:tr h="479822"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 10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MAR 16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Bugs tacking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Revisions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GB" sz="12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989403"/>
                  </a:ext>
                </a:extLst>
              </a:tr>
              <a:tr h="479822"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MAR 23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GB" sz="12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FINAL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48394"/>
                  </a:ext>
                </a:extLst>
              </a:tr>
              <a:tr h="479822"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MAR 30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ctr">
                        <a:lnSpc>
                          <a:spcPct val="115000"/>
                        </a:lnSpc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JURY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DaunPenh" panose="01010101010101010101" pitchFamily="2" charset="0"/>
                      </a:endParaRPr>
                    </a:p>
                  </a:txBody>
                  <a:tcPr marL="48595" marR="485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1202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555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5EA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1;p5">
            <a:extLst>
              <a:ext uri="{FF2B5EF4-FFF2-40B4-BE49-F238E27FC236}">
                <a16:creationId xmlns:a16="http://schemas.microsoft.com/office/drawing/2014/main" id="{1F441B80-F87D-48DF-90D9-5860E744A9FC}"/>
              </a:ext>
            </a:extLst>
          </p:cNvPr>
          <p:cNvSpPr txBox="1"/>
          <p:nvPr/>
        </p:nvSpPr>
        <p:spPr>
          <a:xfrm rot="16200000">
            <a:off x="-2231540" y="2849088"/>
            <a:ext cx="5553176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COURSE  </a:t>
            </a:r>
            <a:r>
              <a:rPr lang="en-US" sz="4400" b="1" i="0" u="none" strike="noStrike" cap="none">
                <a:solidFill>
                  <a:srgbClr val="BE6A48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lang="en-US" sz="4400" b="0" i="0" u="none" strike="noStrike" cap="non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663C720-7726-4165-AC10-7ECB97B998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043061"/>
              </p:ext>
            </p:extLst>
          </p:nvPr>
        </p:nvGraphicFramePr>
        <p:xfrm>
          <a:off x="1670050" y="1536700"/>
          <a:ext cx="8655050" cy="3402488"/>
        </p:xfrm>
        <a:graphic>
          <a:graphicData uri="http://schemas.openxmlformats.org/drawingml/2006/table">
            <a:tbl>
              <a:tblPr/>
              <a:tblGrid>
                <a:gridCol w="6613765">
                  <a:extLst>
                    <a:ext uri="{9D8B030D-6E8A-4147-A177-3AD203B41FA5}">
                      <a16:colId xmlns:a16="http://schemas.microsoft.com/office/drawing/2014/main" val="2388181578"/>
                    </a:ext>
                  </a:extLst>
                </a:gridCol>
                <a:gridCol w="2041285">
                  <a:extLst>
                    <a:ext uri="{9D8B030D-6E8A-4147-A177-3AD203B41FA5}">
                      <a16:colId xmlns:a16="http://schemas.microsoft.com/office/drawing/2014/main" val="3119253796"/>
                    </a:ext>
                  </a:extLst>
                </a:gridCol>
              </a:tblGrid>
              <a:tr h="514063">
                <a:tc>
                  <a:txBody>
                    <a:bodyPr/>
                    <a:lstStyle/>
                    <a:p>
                      <a:pPr indent="228600" algn="just">
                        <a:lnSpc>
                          <a:spcPct val="115000"/>
                        </a:lnSpc>
                      </a:pPr>
                      <a:r>
                        <a:rPr lang="en-US" sz="2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TYPE OF EVALUATION</a:t>
                      </a: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just">
                        <a:lnSpc>
                          <a:spcPct val="115000"/>
                        </a:lnSpc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RATIO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9141946"/>
                  </a:ext>
                </a:extLst>
              </a:tr>
              <a:tr h="577685"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</a:pP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Attendance &amp; Participation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</a:pP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10 %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5738"/>
                  </a:ext>
                </a:extLst>
              </a:tr>
              <a:tr h="577685"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</a:pP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Quizzes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</a:pP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10 %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3032612"/>
                  </a:ext>
                </a:extLst>
              </a:tr>
              <a:tr h="577685"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</a:pP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Mid Term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</a:pP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20 %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060509"/>
                  </a:ext>
                </a:extLst>
              </a:tr>
              <a:tr h="577685"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</a:pP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Final Exam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</a:pP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40 %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45261"/>
                  </a:ext>
                </a:extLst>
              </a:tr>
              <a:tr h="577685"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</a:pP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Project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lnSpc>
                          <a:spcPct val="115000"/>
                        </a:lnSpc>
                      </a:pP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20 %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33312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1;p5">
            <a:extLst>
              <a:ext uri="{FF2B5EF4-FFF2-40B4-BE49-F238E27FC236}">
                <a16:creationId xmlns:a16="http://schemas.microsoft.com/office/drawing/2014/main" id="{E133D1DE-E728-40DD-8429-416E2ADBD2E5}"/>
              </a:ext>
            </a:extLst>
          </p:cNvPr>
          <p:cNvSpPr txBox="1"/>
          <p:nvPr/>
        </p:nvSpPr>
        <p:spPr>
          <a:xfrm>
            <a:off x="2821756" y="316213"/>
            <a:ext cx="6548488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r>
              <a:rPr lang="en-US" sz="4400" b="1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PROJECT</a:t>
            </a:r>
            <a:endParaRPr lang="en-US" sz="44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4F8958-FFB8-47C7-964C-C054BB81B086}"/>
              </a:ext>
            </a:extLst>
          </p:cNvPr>
          <p:cNvSpPr txBox="1"/>
          <p:nvPr/>
        </p:nvSpPr>
        <p:spPr>
          <a:xfrm>
            <a:off x="1676400" y="1085614"/>
            <a:ext cx="9113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As part of this course, you will undertake a</a:t>
            </a:r>
            <a:r>
              <a:rPr lang="en-US" sz="2400" b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project in pair</a:t>
            </a:r>
            <a:endParaRPr lang="en-US" sz="180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ECFB57D-6FB0-4E3B-A43A-D6ECEDF60E5A}"/>
              </a:ext>
            </a:extLst>
          </p:cNvPr>
          <p:cNvCxnSpPr/>
          <p:nvPr/>
        </p:nvCxnSpPr>
        <p:spPr>
          <a:xfrm>
            <a:off x="812573" y="5825671"/>
            <a:ext cx="10337800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6C90CDE-30EB-405A-83C6-66E1B3A37E87}"/>
              </a:ext>
            </a:extLst>
          </p:cNvPr>
          <p:cNvSpPr txBox="1"/>
          <p:nvPr/>
        </p:nvSpPr>
        <p:spPr>
          <a:xfrm>
            <a:off x="8808358" y="6128868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/>
              <a:t>WEEK 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79075B-283B-47F7-A8AF-E837C5E85402}"/>
              </a:ext>
            </a:extLst>
          </p:cNvPr>
          <p:cNvSpPr txBox="1"/>
          <p:nvPr/>
        </p:nvSpPr>
        <p:spPr>
          <a:xfrm>
            <a:off x="4181864" y="6040610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/>
              <a:t>WEEK 8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7760C42A-A51C-4CA3-9EA8-8AD76F981C78}"/>
              </a:ext>
            </a:extLst>
          </p:cNvPr>
          <p:cNvSpPr/>
          <p:nvPr/>
        </p:nvSpPr>
        <p:spPr>
          <a:xfrm>
            <a:off x="4372200" y="4975847"/>
            <a:ext cx="792205" cy="857724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03C487-9F0E-4BAC-A2FD-D0CAF48A9B6B}"/>
              </a:ext>
            </a:extLst>
          </p:cNvPr>
          <p:cNvSpPr txBox="1"/>
          <p:nvPr/>
        </p:nvSpPr>
        <p:spPr>
          <a:xfrm>
            <a:off x="3338288" y="3413939"/>
            <a:ext cx="4078514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accent1"/>
                </a:solidFill>
                <a:latin typeface="Calibri"/>
                <a:ea typeface="Calibri"/>
              </a:rPr>
              <a:t>Define</a:t>
            </a:r>
            <a:r>
              <a:rPr lang="en-US" sz="1800">
                <a:solidFill>
                  <a:schemeClr val="accent1"/>
                </a:solidFill>
                <a:effectLst/>
                <a:latin typeface="Calibri"/>
                <a:ea typeface="Calibri"/>
              </a:rPr>
              <a:t> your website proposal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Present how you plan </a:t>
            </a:r>
            <a:r>
              <a:rPr lang="en-US" sz="180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to develop this app within the next 4 weeks.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>
              <a:solidFill>
                <a:schemeClr val="accent1"/>
              </a:solidFill>
            </a:endParaRP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00FC31BE-4CD1-4181-AE44-B7D3BAF01D7B}"/>
              </a:ext>
            </a:extLst>
          </p:cNvPr>
          <p:cNvSpPr/>
          <p:nvPr/>
        </p:nvSpPr>
        <p:spPr>
          <a:xfrm>
            <a:off x="10088992" y="4920719"/>
            <a:ext cx="792205" cy="857724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439E18-92B8-43C9-8D50-93BE9980AA3F}"/>
              </a:ext>
            </a:extLst>
          </p:cNvPr>
          <p:cNvSpPr txBox="1"/>
          <p:nvPr/>
        </p:nvSpPr>
        <p:spPr>
          <a:xfrm>
            <a:off x="9370244" y="3439339"/>
            <a:ext cx="1965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Project </a:t>
            </a:r>
            <a:r>
              <a:rPr lang="en-US" sz="1800" b="1">
                <a:solidFill>
                  <a:schemeClr val="accent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Jury</a:t>
            </a:r>
            <a:endParaRPr lang="en-US" sz="1800" b="1">
              <a:solidFill>
                <a:schemeClr val="accent2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22D985-7C68-476C-A091-E86081D55372}"/>
              </a:ext>
            </a:extLst>
          </p:cNvPr>
          <p:cNvSpPr/>
          <p:nvPr/>
        </p:nvSpPr>
        <p:spPr>
          <a:xfrm>
            <a:off x="4313178" y="2524864"/>
            <a:ext cx="653143" cy="65314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B7B5FBC-D47B-4105-98FA-F8E8C108457B}"/>
              </a:ext>
            </a:extLst>
          </p:cNvPr>
          <p:cNvSpPr/>
          <p:nvPr/>
        </p:nvSpPr>
        <p:spPr>
          <a:xfrm>
            <a:off x="9976342" y="2412813"/>
            <a:ext cx="653143" cy="653143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accent2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66324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92720" y="1869930"/>
            <a:ext cx="4953000" cy="4591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2" name="Google Shape;242;p12"/>
          <p:cNvCxnSpPr/>
          <p:nvPr/>
        </p:nvCxnSpPr>
        <p:spPr>
          <a:xfrm rot="10800000" flipH="1">
            <a:off x="2942415" y="2056702"/>
            <a:ext cx="2612647" cy="16807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43" name="Google Shape;243;p12"/>
          <p:cNvSpPr txBox="1"/>
          <p:nvPr/>
        </p:nvSpPr>
        <p:spPr>
          <a:xfrm>
            <a:off x="1546280" y="1862539"/>
            <a:ext cx="10293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Chapters</a:t>
            </a:r>
            <a:endParaRPr/>
          </a:p>
        </p:txBody>
      </p:sp>
      <p:sp>
        <p:nvSpPr>
          <p:cNvPr id="244" name="Google Shape;244;p12"/>
          <p:cNvSpPr txBox="1"/>
          <p:nvPr/>
        </p:nvSpPr>
        <p:spPr>
          <a:xfrm>
            <a:off x="1546280" y="3155055"/>
            <a:ext cx="98616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Sessions</a:t>
            </a:r>
            <a:endParaRPr/>
          </a:p>
        </p:txBody>
      </p:sp>
      <p:sp>
        <p:nvSpPr>
          <p:cNvPr id="245" name="Google Shape;245;p12"/>
          <p:cNvSpPr txBox="1"/>
          <p:nvPr/>
        </p:nvSpPr>
        <p:spPr>
          <a:xfrm>
            <a:off x="1546280" y="4285231"/>
            <a:ext cx="18237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Your code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The teacher code</a:t>
            </a:r>
            <a:endParaRPr/>
          </a:p>
        </p:txBody>
      </p:sp>
      <p:sp>
        <p:nvSpPr>
          <p:cNvPr id="246" name="Google Shape;246;p12"/>
          <p:cNvSpPr txBox="1"/>
          <p:nvPr/>
        </p:nvSpPr>
        <p:spPr>
          <a:xfrm>
            <a:off x="1546280" y="5313766"/>
            <a:ext cx="256179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Teacher slides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Examples viewed in class</a:t>
            </a:r>
            <a:endParaRPr/>
          </a:p>
        </p:txBody>
      </p:sp>
      <p:sp>
        <p:nvSpPr>
          <p:cNvPr id="248" name="Google Shape;248;p12"/>
          <p:cNvSpPr txBox="1"/>
          <p:nvPr/>
        </p:nvSpPr>
        <p:spPr>
          <a:xfrm>
            <a:off x="3501683" y="190057"/>
            <a:ext cx="490302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Organize</a:t>
            </a:r>
            <a:r>
              <a:rPr lang="en-US" sz="40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your data !</a:t>
            </a:r>
            <a:endParaRPr sz="4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 txBox="1"/>
          <p:nvPr/>
        </p:nvSpPr>
        <p:spPr>
          <a:xfrm>
            <a:off x="4311657" y="900649"/>
            <a:ext cx="32830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Structure your course into folders</a:t>
            </a:r>
            <a:endParaRPr/>
          </a:p>
        </p:txBody>
      </p:sp>
      <p:sp>
        <p:nvSpPr>
          <p:cNvPr id="252" name="Google Shape;252;p12"/>
          <p:cNvSpPr txBox="1"/>
          <p:nvPr/>
        </p:nvSpPr>
        <p:spPr>
          <a:xfrm>
            <a:off x="165360" y="5137806"/>
            <a:ext cx="889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Level 3 </a:t>
            </a:r>
            <a:endParaRPr sz="1800" b="1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1133770" y="4151225"/>
            <a:ext cx="308241" cy="1973162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 txBox="1"/>
          <p:nvPr/>
        </p:nvSpPr>
        <p:spPr>
          <a:xfrm>
            <a:off x="243975" y="3155055"/>
            <a:ext cx="889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Level 2 </a:t>
            </a:r>
            <a:endParaRPr sz="1800" b="1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 txBox="1"/>
          <p:nvPr/>
        </p:nvSpPr>
        <p:spPr>
          <a:xfrm>
            <a:off x="243975" y="1888843"/>
            <a:ext cx="889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Level 1 </a:t>
            </a:r>
            <a:endParaRPr sz="1800" b="1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6" name="Google Shape;256;p12"/>
          <p:cNvCxnSpPr/>
          <p:nvPr/>
        </p:nvCxnSpPr>
        <p:spPr>
          <a:xfrm>
            <a:off x="2942415" y="3297643"/>
            <a:ext cx="2845344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57" name="Google Shape;257;p12"/>
          <p:cNvCxnSpPr/>
          <p:nvPr/>
        </p:nvCxnSpPr>
        <p:spPr>
          <a:xfrm>
            <a:off x="4248738" y="4608396"/>
            <a:ext cx="1539021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58" name="Google Shape;258;p12"/>
          <p:cNvCxnSpPr/>
          <p:nvPr/>
        </p:nvCxnSpPr>
        <p:spPr>
          <a:xfrm>
            <a:off x="4248738" y="5751396"/>
            <a:ext cx="1539021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259" name="Google Shape;259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8105" y="136655"/>
            <a:ext cx="623888" cy="64041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305;p15">
            <a:extLst>
              <a:ext uri="{FF2B5EF4-FFF2-40B4-BE49-F238E27FC236}">
                <a16:creationId xmlns:a16="http://schemas.microsoft.com/office/drawing/2014/main" id="{5AF32B5E-DBF8-4C30-A69F-72B283EC29EE}"/>
              </a:ext>
            </a:extLst>
          </p:cNvPr>
          <p:cNvSpPr txBox="1"/>
          <p:nvPr/>
        </p:nvSpPr>
        <p:spPr>
          <a:xfrm>
            <a:off x="0" y="-4207"/>
            <a:ext cx="1995488" cy="36933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TOOLS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5"/>
          <p:cNvSpPr txBox="1"/>
          <p:nvPr/>
        </p:nvSpPr>
        <p:spPr>
          <a:xfrm>
            <a:off x="0" y="-4207"/>
            <a:ext cx="1995488" cy="36933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TOOLS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5"/>
          <p:cNvSpPr txBox="1"/>
          <p:nvPr/>
        </p:nvSpPr>
        <p:spPr>
          <a:xfrm>
            <a:off x="2948782" y="126655"/>
            <a:ext cx="6508151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VS Code extensions</a:t>
            </a:r>
            <a:endParaRPr sz="400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5"/>
          <p:cNvSpPr txBox="1"/>
          <p:nvPr/>
        </p:nvSpPr>
        <p:spPr>
          <a:xfrm>
            <a:off x="4398219" y="783169"/>
            <a:ext cx="459860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Tools to install to work  efficiently</a:t>
            </a:r>
            <a:endParaRPr/>
          </a:p>
        </p:txBody>
      </p:sp>
      <p:pic>
        <p:nvPicPr>
          <p:cNvPr id="308" name="Google Shape;30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91731" y="178576"/>
            <a:ext cx="623888" cy="640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0EF5E02-4FD3-9E90-117B-4CAB986F93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3890" y="1414303"/>
            <a:ext cx="7130258" cy="12011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4F6824-CFDB-5385-8A65-1EAE90FE0EE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8087"/>
          <a:stretch>
            <a:fillRect/>
          </a:stretch>
        </p:blipFill>
        <p:spPr>
          <a:xfrm>
            <a:off x="2153888" y="2823298"/>
            <a:ext cx="7130258" cy="11552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34ED9D-12EC-AB3A-9FE8-4FB323DE7AC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4417"/>
          <a:stretch>
            <a:fillRect/>
          </a:stretch>
        </p:blipFill>
        <p:spPr>
          <a:xfrm>
            <a:off x="2153888" y="4142409"/>
            <a:ext cx="7130258" cy="11093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93432F-9C05-8741-D85C-1A0E1390564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0984"/>
          <a:stretch>
            <a:fillRect/>
          </a:stretch>
        </p:blipFill>
        <p:spPr>
          <a:xfrm>
            <a:off x="2153888" y="5516550"/>
            <a:ext cx="7130258" cy="11628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1;p2">
            <a:extLst>
              <a:ext uri="{FF2B5EF4-FFF2-40B4-BE49-F238E27FC236}">
                <a16:creationId xmlns:a16="http://schemas.microsoft.com/office/drawing/2014/main" id="{47525548-CEDF-4A00-862D-E2069FE28934}"/>
              </a:ext>
            </a:extLst>
          </p:cNvPr>
          <p:cNvSpPr txBox="1"/>
          <p:nvPr/>
        </p:nvSpPr>
        <p:spPr>
          <a:xfrm>
            <a:off x="932186" y="516064"/>
            <a:ext cx="6319244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3600" b="1" i="0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RESSOURCES </a:t>
            </a:r>
            <a:r>
              <a:rPr lang="en-US" sz="3600" i="0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THIS COURSE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FEAC73-EFE0-48C1-8751-08B9213EF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5103" y="3927282"/>
            <a:ext cx="2638793" cy="276263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AA968E-803C-41CB-84DE-C020829A543A}"/>
              </a:ext>
            </a:extLst>
          </p:cNvPr>
          <p:cNvSpPr txBox="1"/>
          <p:nvPr/>
        </p:nvSpPr>
        <p:spPr>
          <a:xfrm>
            <a:off x="932186" y="1610149"/>
            <a:ext cx="8059414" cy="4533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28600" algn="just">
              <a:lnSpc>
                <a:spcPct val="115000"/>
              </a:lnSpc>
            </a:pPr>
            <a:r>
              <a:rPr lang="en-US" sz="1800" b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oolBoran" panose="020B0100010101010101" pitchFamily="34" charset="0"/>
              </a:rPr>
              <a:t>JAVASCRIPT</a:t>
            </a:r>
            <a:endParaRPr lang="en-US" sz="18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indent="228600" algn="just">
              <a:lnSpc>
                <a:spcPct val="115000"/>
              </a:lnSpc>
            </a:pPr>
            <a:r>
              <a:rPr lang="en-US" sz="1800" u="sng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hlinkClick r:id="rId4"/>
              </a:rPr>
              <a:t>https://cstart.mines.edu/web/Day2/2-JavaScriptBasicSyntax.pdf</a:t>
            </a:r>
            <a:endParaRPr lang="en-US" sz="18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indent="228600" algn="just">
              <a:lnSpc>
                <a:spcPct val="115000"/>
              </a:lnSpc>
            </a:pPr>
            <a:r>
              <a:rPr lang="en-US" sz="1800" u="sng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hlinkClick r:id="rId5"/>
              </a:rPr>
              <a:t>https://www.integral-domain.org/lwilliams/mis462/JavaScript.pdf</a:t>
            </a:r>
            <a:endParaRPr lang="en-US" sz="18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indent="228600" algn="just">
              <a:lnSpc>
                <a:spcPct val="115000"/>
              </a:lnSpc>
            </a:pPr>
            <a:r>
              <a:rPr lang="en-US" sz="1800" u="sng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hlinkClick r:id="rId6"/>
              </a:rPr>
              <a:t>https://www.gurukultti.org/admin/notice/javascript.pdf</a:t>
            </a:r>
            <a:endParaRPr lang="en-US" sz="18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indent="228600" algn="just">
              <a:lnSpc>
                <a:spcPct val="115000"/>
              </a:lnSpc>
            </a:pPr>
            <a:r>
              <a:rPr lang="en-US" sz="1800" u="sng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hlinkClick r:id="rId7"/>
              </a:rPr>
              <a:t>https://www.w3schools.com/js/default.asp</a:t>
            </a:r>
            <a:endParaRPr lang="en-US" sz="18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indent="228600" algn="just">
              <a:lnSpc>
                <a:spcPct val="115000"/>
              </a:lnSpc>
            </a:pPr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oolBoran" panose="020B0100010101010101" pitchFamily="34" charset="0"/>
              </a:rPr>
              <a:t> </a:t>
            </a:r>
            <a:endParaRPr lang="en-US" sz="18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indent="228600" algn="just">
              <a:lnSpc>
                <a:spcPct val="115000"/>
              </a:lnSpc>
            </a:pPr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sz="18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indent="228600" algn="l">
              <a:lnSpc>
                <a:spcPct val="115000"/>
              </a:lnSpc>
            </a:pPr>
            <a:r>
              <a:rPr lang="en-US" sz="1800" b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oolBoran" panose="020B0100010101010101" pitchFamily="34" charset="0"/>
              </a:rPr>
              <a:t>WEBSITES</a:t>
            </a:r>
            <a:endParaRPr lang="en-US" sz="18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indent="228600" algn="just">
              <a:lnSpc>
                <a:spcPct val="115000"/>
              </a:lnSpc>
            </a:pPr>
            <a:r>
              <a:rPr lang="en-US" sz="1800" u="sng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8"/>
              </a:rPr>
              <a:t>W3Scholl documentation</a:t>
            </a:r>
            <a:endParaRPr lang="en-US" sz="18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indent="228600" algn="just">
              <a:lnSpc>
                <a:spcPct val="115000"/>
              </a:lnSpc>
            </a:pPr>
            <a:r>
              <a:rPr lang="en-US" sz="1800" u="sng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9"/>
              </a:rPr>
              <a:t>React official documentation</a:t>
            </a:r>
            <a:endParaRPr lang="en-US" sz="18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indent="228600" algn="just">
              <a:lnSpc>
                <a:spcPct val="115000"/>
              </a:lnSpc>
            </a:pPr>
            <a:r>
              <a:rPr lang="en-US" sz="180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sz="18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indent="228600" algn="just">
              <a:lnSpc>
                <a:spcPct val="115000"/>
              </a:lnSpc>
            </a:pPr>
            <a:r>
              <a:rPr lang="en-US" sz="1800" b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</a:t>
            </a:r>
            <a:endParaRPr lang="en-US" sz="18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indent="228600" algn="just">
              <a:lnSpc>
                <a:spcPct val="115000"/>
              </a:lnSpc>
            </a:pPr>
            <a:r>
              <a:rPr lang="en-US" sz="1800" u="sng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10"/>
              </a:rPr>
              <a:t>You tube channel about react JS</a:t>
            </a:r>
            <a:endParaRPr lang="en-US" sz="18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indent="228600" algn="just">
              <a:lnSpc>
                <a:spcPct val="115000"/>
              </a:lnSpc>
            </a:pPr>
            <a:r>
              <a:rPr lang="en-US" sz="1800" u="sng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11"/>
              </a:rPr>
              <a:t>Udemy React Course (not free)</a:t>
            </a:r>
            <a:endParaRPr lang="en-US" sz="18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FBFDC2-9FBB-4BD9-80DE-1E80F7DBF12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17881" y="6143441"/>
            <a:ext cx="1156237" cy="60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53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675</Words>
  <Application>Microsoft Office PowerPoint</Application>
  <PresentationFormat>Widescreen</PresentationFormat>
  <Paragraphs>220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Caveat</vt:lpstr>
      <vt:lpstr>Open Sans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Ronan Ogor</cp:lastModifiedBy>
  <cp:revision>1</cp:revision>
  <dcterms:created xsi:type="dcterms:W3CDTF">2024-04-08T06:37:30Z</dcterms:created>
  <dcterms:modified xsi:type="dcterms:W3CDTF">2026-01-11T13:02:55Z</dcterms:modified>
</cp:coreProperties>
</file>